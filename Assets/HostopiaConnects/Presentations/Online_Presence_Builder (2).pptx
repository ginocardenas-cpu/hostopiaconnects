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5_4A375201.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8" r:id="rId2"/>
    <p:sldId id="259" r:id="rId3"/>
    <p:sldId id="279" r:id="rId4"/>
    <p:sldId id="278" r:id="rId5"/>
    <p:sldId id="280" r:id="rId6"/>
    <p:sldId id="277" r:id="rId7"/>
    <p:sldId id="257" r:id="rId8"/>
    <p:sldId id="282" r:id="rId9"/>
    <p:sldId id="262" r:id="rId10"/>
    <p:sldId id="264" r:id="rId11"/>
    <p:sldId id="266" r:id="rId12"/>
    <p:sldId id="267" r:id="rId13"/>
    <p:sldId id="268" r:id="rId14"/>
    <p:sldId id="270" r:id="rId15"/>
    <p:sldId id="269" r:id="rId16"/>
    <p:sldId id="272" r:id="rId17"/>
    <p:sldId id="271" r:id="rId18"/>
    <p:sldId id="273" r:id="rId19"/>
    <p:sldId id="274" r:id="rId20"/>
    <p:sldId id="2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5DB4CA-26AF-87BE-6D7D-5BFB296D56B9}" name="Shujaat, Faizan" initials="SF" userId="S::t466308@deluxe.com::59b06e4e-8241-483d-8369-73d547e8d72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09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F01FD-CDC1-4794-90AB-DF2ECEDB7A73}" v="238" dt="2023-06-02T13:05:56.536"/>
    <p1510:client id="{6CE5DE35-BDCC-42D7-A350-CAD50F1C646B}" v="58" dt="2023-06-16T00:56:15.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jaat, Faizan" userId="S::t466308@deluxe.com::59b06e4e-8241-483d-8369-73d547e8d722" providerId="AD" clId="Web-{C236A932-287A-42BC-A724-4A8941A82C0C}"/>
    <pc:docChg chg="mod modSld">
      <pc:chgData name="Shujaat, Faizan" userId="S::t466308@deluxe.com::59b06e4e-8241-483d-8369-73d547e8d722" providerId="AD" clId="Web-{C236A932-287A-42BC-A724-4A8941A82C0C}" dt="2023-06-02T03:20:47.840" v="449"/>
      <pc:docMkLst>
        <pc:docMk/>
      </pc:docMkLst>
      <pc:sldChg chg="modSp addCm">
        <pc:chgData name="Shujaat, Faizan" userId="S::t466308@deluxe.com::59b06e4e-8241-483d-8369-73d547e8d722" providerId="AD" clId="Web-{C236A932-287A-42BC-A724-4A8941A82C0C}" dt="2023-06-02T03:20:47.840" v="449"/>
        <pc:sldMkLst>
          <pc:docMk/>
          <pc:sldMk cId="1245139457" sldId="277"/>
        </pc:sldMkLst>
        <pc:spChg chg="mod">
          <ac:chgData name="Shujaat, Faizan" userId="S::t466308@deluxe.com::59b06e4e-8241-483d-8369-73d547e8d722" providerId="AD" clId="Web-{C236A932-287A-42BC-A724-4A8941A82C0C}" dt="2023-06-02T03:19:53.433" v="448" actId="20577"/>
          <ac:spMkLst>
            <pc:docMk/>
            <pc:sldMk cId="1245139457" sldId="277"/>
            <ac:spMk id="3" creationId="{F7CFE162-2B72-DECB-B17E-7A2BA5626B69}"/>
          </ac:spMkLst>
        </pc:spChg>
        <pc:extLst>
          <p:ext xmlns:p="http://schemas.openxmlformats.org/presentationml/2006/main" uri="{D6D511B9-2390-475A-947B-AFAB55BFBCF1}">
            <pc226:cmChg xmlns:pc226="http://schemas.microsoft.com/office/powerpoint/2022/06/main/command" chg="add">
              <pc226:chgData name="Shujaat, Faizan" userId="S::t466308@deluxe.com::59b06e4e-8241-483d-8369-73d547e8d722" providerId="AD" clId="Web-{C236A932-287A-42BC-A724-4A8941A82C0C}" dt="2023-06-02T03:20:47.840" v="449"/>
              <pc2:cmMkLst xmlns:pc2="http://schemas.microsoft.com/office/powerpoint/2019/9/main/command">
                <pc:docMk/>
                <pc:sldMk cId="1245139457" sldId="277"/>
                <pc2:cmMk id="{A2BBDBA9-04EC-4A60-900A-661D6CC3C7C9}"/>
              </pc2:cmMkLst>
            </pc226:cmChg>
          </p:ext>
        </pc:extLst>
      </pc:sldChg>
      <pc:sldChg chg="addSp delSp modSp">
        <pc:chgData name="Shujaat, Faizan" userId="S::t466308@deluxe.com::59b06e4e-8241-483d-8369-73d547e8d722" providerId="AD" clId="Web-{C236A932-287A-42BC-A724-4A8941A82C0C}" dt="2023-06-02T03:07:57.805" v="262" actId="20577"/>
        <pc:sldMkLst>
          <pc:docMk/>
          <pc:sldMk cId="622925019" sldId="278"/>
        </pc:sldMkLst>
        <pc:spChg chg="add mod">
          <ac:chgData name="Shujaat, Faizan" userId="S::t466308@deluxe.com::59b06e4e-8241-483d-8369-73d547e8d722" providerId="AD" clId="Web-{C236A932-287A-42BC-A724-4A8941A82C0C}" dt="2023-06-02T03:06:02.005" v="226" actId="20577"/>
          <ac:spMkLst>
            <pc:docMk/>
            <pc:sldMk cId="622925019" sldId="278"/>
            <ac:spMk id="2" creationId="{4C74B299-19BD-37FD-4C0B-324DD8337EA2}"/>
          </ac:spMkLst>
        </pc:spChg>
        <pc:spChg chg="add mod">
          <ac:chgData name="Shujaat, Faizan" userId="S::t466308@deluxe.com::59b06e4e-8241-483d-8369-73d547e8d722" providerId="AD" clId="Web-{C236A932-287A-42BC-A724-4A8941A82C0C}" dt="2023-06-02T03:07:57.805" v="262" actId="20577"/>
          <ac:spMkLst>
            <pc:docMk/>
            <pc:sldMk cId="622925019" sldId="278"/>
            <ac:spMk id="3" creationId="{3D89E684-0128-5BCC-C8C8-FA0DEF56876F}"/>
          </ac:spMkLst>
        </pc:spChg>
        <pc:spChg chg="del">
          <ac:chgData name="Shujaat, Faizan" userId="S::t466308@deluxe.com::59b06e4e-8241-483d-8369-73d547e8d722" providerId="AD" clId="Web-{C236A932-287A-42BC-A724-4A8941A82C0C}" dt="2023-06-02T03:01:23.826" v="158"/>
          <ac:spMkLst>
            <pc:docMk/>
            <pc:sldMk cId="622925019" sldId="278"/>
            <ac:spMk id="179" creationId="{3C203E89-7A22-093E-B129-FC251119622D}"/>
          </ac:spMkLst>
        </pc:spChg>
        <pc:spChg chg="mod">
          <ac:chgData name="Shujaat, Faizan" userId="S::t466308@deluxe.com::59b06e4e-8241-483d-8369-73d547e8d722" providerId="AD" clId="Web-{C236A932-287A-42BC-A724-4A8941A82C0C}" dt="2023-06-02T03:03:49.861" v="196" actId="20577"/>
          <ac:spMkLst>
            <pc:docMk/>
            <pc:sldMk cId="622925019" sldId="278"/>
            <ac:spMk id="180" creationId="{27582B2C-3518-76FC-7DFF-6CA3ED83CCA9}"/>
          </ac:spMkLst>
        </pc:spChg>
        <pc:spChg chg="del">
          <ac:chgData name="Shujaat, Faizan" userId="S::t466308@deluxe.com::59b06e4e-8241-483d-8369-73d547e8d722" providerId="AD" clId="Web-{C236A932-287A-42BC-A724-4A8941A82C0C}" dt="2023-06-02T03:01:25.248" v="159"/>
          <ac:spMkLst>
            <pc:docMk/>
            <pc:sldMk cId="622925019" sldId="278"/>
            <ac:spMk id="181" creationId="{D0810BD6-288B-932D-83A8-4A48272470FA}"/>
          </ac:spMkLst>
        </pc:spChg>
        <pc:spChg chg="mod">
          <ac:chgData name="Shujaat, Faizan" userId="S::t466308@deluxe.com::59b06e4e-8241-483d-8369-73d547e8d722" providerId="AD" clId="Web-{C236A932-287A-42BC-A724-4A8941A82C0C}" dt="2023-06-02T03:03:28.064" v="186" actId="20577"/>
          <ac:spMkLst>
            <pc:docMk/>
            <pc:sldMk cId="622925019" sldId="278"/>
            <ac:spMk id="182" creationId="{F1B063E6-A023-FE8B-BE28-B874FAFB4F80}"/>
          </ac:spMkLst>
        </pc:spChg>
        <pc:spChg chg="mod">
          <ac:chgData name="Shujaat, Faizan" userId="S::t466308@deluxe.com::59b06e4e-8241-483d-8369-73d547e8d722" providerId="AD" clId="Web-{C236A932-287A-42BC-A724-4A8941A82C0C}" dt="2023-06-02T03:03:34.642" v="191" actId="20577"/>
          <ac:spMkLst>
            <pc:docMk/>
            <pc:sldMk cId="622925019" sldId="278"/>
            <ac:spMk id="184" creationId="{6D4A3B30-6024-F8BC-C99D-CFA77605D151}"/>
          </ac:spMkLst>
        </pc:spChg>
        <pc:spChg chg="mod">
          <ac:chgData name="Shujaat, Faizan" userId="S::t466308@deluxe.com::59b06e4e-8241-483d-8369-73d547e8d722" providerId="AD" clId="Web-{C236A932-287A-42BC-A724-4A8941A82C0C}" dt="2023-06-02T03:06:09.318" v="229" actId="20577"/>
          <ac:spMkLst>
            <pc:docMk/>
            <pc:sldMk cId="622925019" sldId="278"/>
            <ac:spMk id="188" creationId="{11CF0FE0-172D-2DDC-2021-98427E780148}"/>
          </ac:spMkLst>
        </pc:spChg>
      </pc:sldChg>
      <pc:sldChg chg="modSp">
        <pc:chgData name="Shujaat, Faizan" userId="S::t466308@deluxe.com::59b06e4e-8241-483d-8369-73d547e8d722" providerId="AD" clId="Web-{C236A932-287A-42BC-A724-4A8941A82C0C}" dt="2023-06-02T03:01:06.326" v="153" actId="20577"/>
        <pc:sldMkLst>
          <pc:docMk/>
          <pc:sldMk cId="2799462846" sldId="279"/>
        </pc:sldMkLst>
        <pc:spChg chg="mod">
          <ac:chgData name="Shujaat, Faizan" userId="S::t466308@deluxe.com::59b06e4e-8241-483d-8369-73d547e8d722" providerId="AD" clId="Web-{C236A932-287A-42BC-A724-4A8941A82C0C}" dt="2023-06-02T02:51:58.437" v="21" actId="20577"/>
          <ac:spMkLst>
            <pc:docMk/>
            <pc:sldMk cId="2799462846" sldId="279"/>
            <ac:spMk id="2" creationId="{057F7FE7-AF5C-5BF2-891D-EDC3FB61856F}"/>
          </ac:spMkLst>
        </pc:spChg>
        <pc:spChg chg="mod">
          <ac:chgData name="Shujaat, Faizan" userId="S::t466308@deluxe.com::59b06e4e-8241-483d-8369-73d547e8d722" providerId="AD" clId="Web-{C236A932-287A-42BC-A724-4A8941A82C0C}" dt="2023-06-02T03:01:06.326" v="153" actId="20577"/>
          <ac:spMkLst>
            <pc:docMk/>
            <pc:sldMk cId="2799462846" sldId="279"/>
            <ac:spMk id="3" creationId="{F7CFE162-2B72-DECB-B17E-7A2BA5626B69}"/>
          </ac:spMkLst>
        </pc:spChg>
      </pc:sldChg>
      <pc:sldChg chg="addCm">
        <pc:chgData name="Shujaat, Faizan" userId="S::t466308@deluxe.com::59b06e4e-8241-483d-8369-73d547e8d722" providerId="AD" clId="Web-{C236A932-287A-42BC-A724-4A8941A82C0C}" dt="2023-06-02T03:09:06.916" v="264"/>
        <pc:sldMkLst>
          <pc:docMk/>
          <pc:sldMk cId="1496286743" sldId="280"/>
        </pc:sldMkLst>
        <pc:extLst>
          <p:ext xmlns:p="http://schemas.openxmlformats.org/presentationml/2006/main" uri="{D6D511B9-2390-475A-947B-AFAB55BFBCF1}">
            <pc226:cmChg xmlns:pc226="http://schemas.microsoft.com/office/powerpoint/2022/06/main/command" chg="add">
              <pc226:chgData name="Shujaat, Faizan" userId="S::t466308@deluxe.com::59b06e4e-8241-483d-8369-73d547e8d722" providerId="AD" clId="Web-{C236A932-287A-42BC-A724-4A8941A82C0C}" dt="2023-06-02T03:09:06.916" v="264"/>
              <pc2:cmMkLst xmlns:pc2="http://schemas.microsoft.com/office/powerpoint/2019/9/main/command">
                <pc:docMk/>
                <pc:sldMk cId="1496286743" sldId="280"/>
                <pc2:cmMk id="{667701AE-CBDB-4D03-9B77-25BB3B4AC7E7}"/>
              </pc2:cmMkLst>
            </pc226:cmChg>
          </p:ext>
        </pc:extLst>
      </pc:sldChg>
    </pc:docChg>
  </pc:docChgLst>
  <pc:docChgLst>
    <pc:chgData name="KAYLA FEJDASZ" userId="c03447ce-3ff7-4fcb-91df-c0d7148df867" providerId="ADAL" clId="{299F01FD-CDC1-4794-90AB-DF2ECEDB7A73}"/>
    <pc:docChg chg="undo redo custSel addSld delSld modSld sldOrd">
      <pc:chgData name="KAYLA FEJDASZ" userId="c03447ce-3ff7-4fcb-91df-c0d7148df867" providerId="ADAL" clId="{299F01FD-CDC1-4794-90AB-DF2ECEDB7A73}" dt="2023-06-02T19:45:41.600" v="1763" actId="207"/>
      <pc:docMkLst>
        <pc:docMk/>
      </pc:docMkLst>
      <pc:sldChg chg="modSp mod">
        <pc:chgData name="KAYLA FEJDASZ" userId="c03447ce-3ff7-4fcb-91df-c0d7148df867" providerId="ADAL" clId="{299F01FD-CDC1-4794-90AB-DF2ECEDB7A73}" dt="2023-06-02T19:32:41.884" v="1592" actId="207"/>
        <pc:sldMkLst>
          <pc:docMk/>
          <pc:sldMk cId="3210314696" sldId="257"/>
        </pc:sldMkLst>
        <pc:spChg chg="mod">
          <ac:chgData name="KAYLA FEJDASZ" userId="c03447ce-3ff7-4fcb-91df-c0d7148df867" providerId="ADAL" clId="{299F01FD-CDC1-4794-90AB-DF2ECEDB7A73}" dt="2023-06-02T19:32:41.884" v="1592" actId="207"/>
          <ac:spMkLst>
            <pc:docMk/>
            <pc:sldMk cId="3210314696" sldId="257"/>
            <ac:spMk id="6" creationId="{4F45A191-89EB-1A99-1E7C-F8302FA9F1D2}"/>
          </ac:spMkLst>
        </pc:spChg>
      </pc:sldChg>
      <pc:sldChg chg="del">
        <pc:chgData name="KAYLA FEJDASZ" userId="c03447ce-3ff7-4fcb-91df-c0d7148df867" providerId="ADAL" clId="{299F01FD-CDC1-4794-90AB-DF2ECEDB7A73}" dt="2023-06-02T13:07:03.009" v="1146" actId="47"/>
        <pc:sldMkLst>
          <pc:docMk/>
          <pc:sldMk cId="1019586395" sldId="263"/>
        </pc:sldMkLst>
      </pc:sldChg>
      <pc:sldChg chg="modSp mod">
        <pc:chgData name="KAYLA FEJDASZ" userId="c03447ce-3ff7-4fcb-91df-c0d7148df867" providerId="ADAL" clId="{299F01FD-CDC1-4794-90AB-DF2ECEDB7A73}" dt="2023-06-02T19:45:41.600" v="1763" actId="207"/>
        <pc:sldMkLst>
          <pc:docMk/>
          <pc:sldMk cId="1277073223" sldId="266"/>
        </pc:sldMkLst>
        <pc:spChg chg="mod">
          <ac:chgData name="KAYLA FEJDASZ" userId="c03447ce-3ff7-4fcb-91df-c0d7148df867" providerId="ADAL" clId="{299F01FD-CDC1-4794-90AB-DF2ECEDB7A73}" dt="2023-06-02T19:45:41.600" v="1763" actId="207"/>
          <ac:spMkLst>
            <pc:docMk/>
            <pc:sldMk cId="1277073223" sldId="266"/>
            <ac:spMk id="12" creationId="{2635EBA5-264F-A4E5-3722-0EB486DB843E}"/>
          </ac:spMkLst>
        </pc:spChg>
      </pc:sldChg>
      <pc:sldChg chg="modSp mod">
        <pc:chgData name="KAYLA FEJDASZ" userId="c03447ce-3ff7-4fcb-91df-c0d7148df867" providerId="ADAL" clId="{299F01FD-CDC1-4794-90AB-DF2ECEDB7A73}" dt="2023-06-02T13:21:21.436" v="1316" actId="20577"/>
        <pc:sldMkLst>
          <pc:docMk/>
          <pc:sldMk cId="2534205391" sldId="276"/>
        </pc:sldMkLst>
        <pc:spChg chg="mod">
          <ac:chgData name="KAYLA FEJDASZ" userId="c03447ce-3ff7-4fcb-91df-c0d7148df867" providerId="ADAL" clId="{299F01FD-CDC1-4794-90AB-DF2ECEDB7A73}" dt="2023-06-02T13:21:21.436" v="1316" actId="20577"/>
          <ac:spMkLst>
            <pc:docMk/>
            <pc:sldMk cId="2534205391" sldId="276"/>
            <ac:spMk id="5" creationId="{468B852A-32EF-6B1E-B4D7-1EFB8581EB20}"/>
          </ac:spMkLst>
        </pc:spChg>
      </pc:sldChg>
      <pc:sldChg chg="modSp mod modCm">
        <pc:chgData name="KAYLA FEJDASZ" userId="c03447ce-3ff7-4fcb-91df-c0d7148df867" providerId="ADAL" clId="{299F01FD-CDC1-4794-90AB-DF2ECEDB7A73}" dt="2023-06-02T13:21:50.848" v="1318"/>
        <pc:sldMkLst>
          <pc:docMk/>
          <pc:sldMk cId="1245139457" sldId="277"/>
        </pc:sldMkLst>
        <pc:spChg chg="mod">
          <ac:chgData name="KAYLA FEJDASZ" userId="c03447ce-3ff7-4fcb-91df-c0d7148df867" providerId="ADAL" clId="{299F01FD-CDC1-4794-90AB-DF2ECEDB7A73}" dt="2023-06-02T13:19:40.136" v="1260" actId="20577"/>
          <ac:spMkLst>
            <pc:docMk/>
            <pc:sldMk cId="1245139457" sldId="277"/>
            <ac:spMk id="3" creationId="{F7CFE162-2B72-DECB-B17E-7A2BA5626B69}"/>
          </ac:spMkLst>
        </pc:spChg>
        <pc:extLst>
          <p:ext xmlns:p="http://schemas.openxmlformats.org/presentationml/2006/main" uri="{D6D511B9-2390-475A-947B-AFAB55BFBCF1}">
            <pc226:cmChg xmlns:pc226="http://schemas.microsoft.com/office/powerpoint/2022/06/main/command" chg="mod">
              <pc226:chgData name="KAYLA FEJDASZ" userId="c03447ce-3ff7-4fcb-91df-c0d7148df867" providerId="ADAL" clId="{299F01FD-CDC1-4794-90AB-DF2ECEDB7A73}" dt="2023-06-02T13:21:50.848" v="1318"/>
              <pc2:cmMkLst xmlns:pc2="http://schemas.microsoft.com/office/powerpoint/2019/9/main/command">
                <pc:docMk/>
                <pc:sldMk cId="1245139457" sldId="277"/>
                <pc2:cmMk id="{A2BBDBA9-04EC-4A60-900A-661D6CC3C7C9}"/>
              </pc2:cmMkLst>
            </pc226:cmChg>
          </p:ext>
        </pc:extLst>
      </pc:sldChg>
      <pc:sldChg chg="modSp mod">
        <pc:chgData name="KAYLA FEJDASZ" userId="c03447ce-3ff7-4fcb-91df-c0d7148df867" providerId="ADAL" clId="{299F01FD-CDC1-4794-90AB-DF2ECEDB7A73}" dt="2023-06-02T19:19:18.695" v="1320" actId="20577"/>
        <pc:sldMkLst>
          <pc:docMk/>
          <pc:sldMk cId="622925019" sldId="278"/>
        </pc:sldMkLst>
        <pc:spChg chg="mod">
          <ac:chgData name="KAYLA FEJDASZ" userId="c03447ce-3ff7-4fcb-91df-c0d7148df867" providerId="ADAL" clId="{299F01FD-CDC1-4794-90AB-DF2ECEDB7A73}" dt="2023-06-02T19:19:18.695" v="1320" actId="20577"/>
          <ac:spMkLst>
            <pc:docMk/>
            <pc:sldMk cId="622925019" sldId="278"/>
            <ac:spMk id="188" creationId="{11CF0FE0-172D-2DDC-2021-98427E780148}"/>
          </ac:spMkLst>
        </pc:spChg>
      </pc:sldChg>
      <pc:sldChg chg="modSp mod">
        <pc:chgData name="KAYLA FEJDASZ" userId="c03447ce-3ff7-4fcb-91df-c0d7148df867" providerId="ADAL" clId="{299F01FD-CDC1-4794-90AB-DF2ECEDB7A73}" dt="2023-06-02T19:18:44.158" v="1319" actId="20577"/>
        <pc:sldMkLst>
          <pc:docMk/>
          <pc:sldMk cId="2799462846" sldId="279"/>
        </pc:sldMkLst>
        <pc:spChg chg="mod">
          <ac:chgData name="KAYLA FEJDASZ" userId="c03447ce-3ff7-4fcb-91df-c0d7148df867" providerId="ADAL" clId="{299F01FD-CDC1-4794-90AB-DF2ECEDB7A73}" dt="2023-06-02T19:18:44.158" v="1319" actId="20577"/>
          <ac:spMkLst>
            <pc:docMk/>
            <pc:sldMk cId="2799462846" sldId="279"/>
            <ac:spMk id="2" creationId="{057F7FE7-AF5C-5BF2-891D-EDC3FB61856F}"/>
          </ac:spMkLst>
        </pc:spChg>
      </pc:sldChg>
      <pc:sldChg chg="addSp delSp modSp add mod modCm">
        <pc:chgData name="KAYLA FEJDASZ" userId="c03447ce-3ff7-4fcb-91df-c0d7148df867" providerId="ADAL" clId="{299F01FD-CDC1-4794-90AB-DF2ECEDB7A73}" dt="2023-06-02T19:29:22.576" v="1591" actId="20577"/>
        <pc:sldMkLst>
          <pc:docMk/>
          <pc:sldMk cId="1496286743" sldId="280"/>
        </pc:sldMkLst>
        <pc:spChg chg="mod">
          <ac:chgData name="KAYLA FEJDASZ" userId="c03447ce-3ff7-4fcb-91df-c0d7148df867" providerId="ADAL" clId="{299F01FD-CDC1-4794-90AB-DF2ECEDB7A73}" dt="2023-05-30T18:21:08.898" v="35" actId="20577"/>
          <ac:spMkLst>
            <pc:docMk/>
            <pc:sldMk cId="1496286743" sldId="280"/>
            <ac:spMk id="2" creationId="{057F7FE7-AF5C-5BF2-891D-EDC3FB61856F}"/>
          </ac:spMkLst>
        </pc:spChg>
        <pc:spChg chg="mod">
          <ac:chgData name="KAYLA FEJDASZ" userId="c03447ce-3ff7-4fcb-91df-c0d7148df867" providerId="ADAL" clId="{299F01FD-CDC1-4794-90AB-DF2ECEDB7A73}" dt="2023-06-02T19:26:00.409" v="1339" actId="1076"/>
          <ac:spMkLst>
            <pc:docMk/>
            <pc:sldMk cId="1496286743" sldId="280"/>
            <ac:spMk id="86" creationId="{F6A81919-3767-EE27-2704-60EC5890B0C0}"/>
          </ac:spMkLst>
        </pc:spChg>
        <pc:spChg chg="mod">
          <ac:chgData name="KAYLA FEJDASZ" userId="c03447ce-3ff7-4fcb-91df-c0d7148df867" providerId="ADAL" clId="{299F01FD-CDC1-4794-90AB-DF2ECEDB7A73}" dt="2023-06-02T19:25:51.616" v="1337" actId="20577"/>
          <ac:spMkLst>
            <pc:docMk/>
            <pc:sldMk cId="1496286743" sldId="280"/>
            <ac:spMk id="125" creationId="{82BDCDCC-405F-EA5E-7157-D1EED237857A}"/>
          </ac:spMkLst>
        </pc:spChg>
        <pc:spChg chg="mod">
          <ac:chgData name="KAYLA FEJDASZ" userId="c03447ce-3ff7-4fcb-91df-c0d7148df867" providerId="ADAL" clId="{299F01FD-CDC1-4794-90AB-DF2ECEDB7A73}" dt="2023-06-02T19:29:22.576" v="1591" actId="20577"/>
          <ac:spMkLst>
            <pc:docMk/>
            <pc:sldMk cId="1496286743" sldId="280"/>
            <ac:spMk id="130" creationId="{C7E3B4A7-B30B-CAAD-232C-577E8D779B1D}"/>
          </ac:spMkLst>
        </pc:spChg>
        <pc:spChg chg="mod">
          <ac:chgData name="KAYLA FEJDASZ" userId="c03447ce-3ff7-4fcb-91df-c0d7148df867" providerId="ADAL" clId="{299F01FD-CDC1-4794-90AB-DF2ECEDB7A73}" dt="2023-06-02T19:25:55.189" v="1338" actId="1076"/>
          <ac:spMkLst>
            <pc:docMk/>
            <pc:sldMk cId="1496286743" sldId="280"/>
            <ac:spMk id="144" creationId="{52E3660B-A5F0-0F3B-CE5F-E2813C9FF9C0}"/>
          </ac:spMkLst>
        </pc:spChg>
        <pc:spChg chg="mod">
          <ac:chgData name="KAYLA FEJDASZ" userId="c03447ce-3ff7-4fcb-91df-c0d7148df867" providerId="ADAL" clId="{299F01FD-CDC1-4794-90AB-DF2ECEDB7A73}" dt="2023-06-02T19:28:33.377" v="1493" actId="20577"/>
          <ac:spMkLst>
            <pc:docMk/>
            <pc:sldMk cId="1496286743" sldId="280"/>
            <ac:spMk id="157" creationId="{3F585280-CD7C-1485-5CA4-63639F05AFDE}"/>
          </ac:spMkLst>
        </pc:spChg>
        <pc:spChg chg="mod">
          <ac:chgData name="KAYLA FEJDASZ" userId="c03447ce-3ff7-4fcb-91df-c0d7148df867" providerId="ADAL" clId="{299F01FD-CDC1-4794-90AB-DF2ECEDB7A73}" dt="2023-06-02T19:25:44.800" v="1327" actId="20577"/>
          <ac:spMkLst>
            <pc:docMk/>
            <pc:sldMk cId="1496286743" sldId="280"/>
            <ac:spMk id="170" creationId="{40888CAF-551B-ABE8-D21F-2A4E9F6D8D8A}"/>
          </ac:spMkLst>
        </pc:spChg>
        <pc:grpChg chg="add del">
          <ac:chgData name="KAYLA FEJDASZ" userId="c03447ce-3ff7-4fcb-91df-c0d7148df867" providerId="ADAL" clId="{299F01FD-CDC1-4794-90AB-DF2ECEDB7A73}" dt="2023-05-30T18:46:21.349" v="98" actId="478"/>
          <ac:grpSpMkLst>
            <pc:docMk/>
            <pc:sldMk cId="1496286743" sldId="280"/>
            <ac:grpSpMk id="159" creationId="{6C9BDCDE-35CE-D26B-AB29-9A605D81BDE0}"/>
          </ac:grpSpMkLst>
        </pc:grpChg>
        <pc:picChg chg="add del mod ord">
          <ac:chgData name="KAYLA FEJDASZ" userId="c03447ce-3ff7-4fcb-91df-c0d7148df867" providerId="ADAL" clId="{299F01FD-CDC1-4794-90AB-DF2ECEDB7A73}" dt="2023-06-02T13:02:06.126" v="1081" actId="478"/>
          <ac:picMkLst>
            <pc:docMk/>
            <pc:sldMk cId="1496286743" sldId="280"/>
            <ac:picMk id="3" creationId="{2B0AA44C-F84B-6D36-4D2A-ADDA14838B19}"/>
          </ac:picMkLst>
        </pc:picChg>
        <pc:picChg chg="add mod ord">
          <ac:chgData name="KAYLA FEJDASZ" userId="c03447ce-3ff7-4fcb-91df-c0d7148df867" providerId="ADAL" clId="{299F01FD-CDC1-4794-90AB-DF2ECEDB7A73}" dt="2023-06-02T13:02:14.838" v="1084" actId="1076"/>
          <ac:picMkLst>
            <pc:docMk/>
            <pc:sldMk cId="1496286743" sldId="280"/>
            <ac:picMk id="4" creationId="{382D0398-FC79-9A79-8358-CC4B1D584724}"/>
          </ac:picMkLst>
        </pc:picChg>
        <pc:picChg chg="mod">
          <ac:chgData name="KAYLA FEJDASZ" userId="c03447ce-3ff7-4fcb-91df-c0d7148df867" providerId="ADAL" clId="{299F01FD-CDC1-4794-90AB-DF2ECEDB7A73}" dt="2023-05-30T18:45:42.486" v="93" actId="1076"/>
          <ac:picMkLst>
            <pc:docMk/>
            <pc:sldMk cId="1496286743" sldId="280"/>
            <ac:picMk id="87" creationId="{14F7C8EC-3CB1-345C-D8CA-6CA7B592DA43}"/>
          </ac:picMkLst>
        </pc:picChg>
        <pc:picChg chg="mod">
          <ac:chgData name="KAYLA FEJDASZ" userId="c03447ce-3ff7-4fcb-91df-c0d7148df867" providerId="ADAL" clId="{299F01FD-CDC1-4794-90AB-DF2ECEDB7A73}" dt="2023-05-30T18:52:34.585" v="235" actId="1076"/>
          <ac:picMkLst>
            <pc:docMk/>
            <pc:sldMk cId="1496286743" sldId="280"/>
            <ac:picMk id="145" creationId="{8CF30444-B580-83B8-0391-7C86CBAC7563}"/>
          </ac:picMkLst>
        </pc:picChg>
        <pc:picChg chg="del mod">
          <ac:chgData name="KAYLA FEJDASZ" userId="c03447ce-3ff7-4fcb-91df-c0d7148df867" providerId="ADAL" clId="{299F01FD-CDC1-4794-90AB-DF2ECEDB7A73}" dt="2023-05-30T18:46:24.299" v="100" actId="478"/>
          <ac:picMkLst>
            <pc:docMk/>
            <pc:sldMk cId="1496286743" sldId="280"/>
            <ac:picMk id="158" creationId="{D543EA52-0186-4637-E371-18DF032ECD5F}"/>
          </ac:picMkLst>
        </pc:picChg>
        <pc:extLst>
          <p:ext xmlns:p="http://schemas.openxmlformats.org/presentationml/2006/main" uri="{D6D511B9-2390-475A-947B-AFAB55BFBCF1}">
            <pc226:cmChg xmlns:pc226="http://schemas.microsoft.com/office/powerpoint/2022/06/main/command" chg="mod">
              <pc226:chgData name="KAYLA FEJDASZ" userId="c03447ce-3ff7-4fcb-91df-c0d7148df867" providerId="ADAL" clId="{299F01FD-CDC1-4794-90AB-DF2ECEDB7A73}" dt="2023-06-02T13:21:44.176" v="1317"/>
              <pc2:cmMkLst xmlns:pc2="http://schemas.microsoft.com/office/powerpoint/2019/9/main/command">
                <pc:docMk/>
                <pc:sldMk cId="1496286743" sldId="280"/>
                <pc2:cmMk id="{667701AE-CBDB-4D03-9B77-25BB3B4AC7E7}"/>
              </pc2:cmMkLst>
            </pc226:cmChg>
          </p:ext>
        </pc:extLst>
      </pc:sldChg>
      <pc:sldChg chg="addSp delSp modSp new mod ord">
        <pc:chgData name="KAYLA FEJDASZ" userId="c03447ce-3ff7-4fcb-91df-c0d7148df867" providerId="ADAL" clId="{299F01FD-CDC1-4794-90AB-DF2ECEDB7A73}" dt="2023-06-02T19:33:40.639" v="1633" actId="207"/>
        <pc:sldMkLst>
          <pc:docMk/>
          <pc:sldMk cId="3309075521" sldId="281"/>
        </pc:sldMkLst>
        <pc:spChg chg="mod">
          <ac:chgData name="KAYLA FEJDASZ" userId="c03447ce-3ff7-4fcb-91df-c0d7148df867" providerId="ADAL" clId="{299F01FD-CDC1-4794-90AB-DF2ECEDB7A73}" dt="2023-06-02T13:20:43.366" v="1289" actId="20577"/>
          <ac:spMkLst>
            <pc:docMk/>
            <pc:sldMk cId="3309075521" sldId="281"/>
            <ac:spMk id="2" creationId="{4FF71CB1-6F0D-580F-C3C7-468760EDBE40}"/>
          </ac:spMkLst>
        </pc:spChg>
        <pc:spChg chg="add del mod">
          <ac:chgData name="KAYLA FEJDASZ" userId="c03447ce-3ff7-4fcb-91df-c0d7148df867" providerId="ADAL" clId="{299F01FD-CDC1-4794-90AB-DF2ECEDB7A73}" dt="2023-06-02T19:33:40.639" v="1633" actId="207"/>
          <ac:spMkLst>
            <pc:docMk/>
            <pc:sldMk cId="3309075521" sldId="281"/>
            <ac:spMk id="3" creationId="{558B8B88-1724-4928-0D5B-C1E5AE894149}"/>
          </ac:spMkLst>
        </pc:spChg>
        <pc:spChg chg="add del">
          <ac:chgData name="KAYLA FEJDASZ" userId="c03447ce-3ff7-4fcb-91df-c0d7148df867" providerId="ADAL" clId="{299F01FD-CDC1-4794-90AB-DF2ECEDB7A73}" dt="2023-06-02T12:51:56.218" v="658" actId="22"/>
          <ac:spMkLst>
            <pc:docMk/>
            <pc:sldMk cId="3309075521" sldId="281"/>
            <ac:spMk id="5" creationId="{69E14223-BBEE-B4D6-FF87-85ED0B43C0FE}"/>
          </ac:spMkLst>
        </pc:spChg>
        <pc:spChg chg="add del">
          <ac:chgData name="KAYLA FEJDASZ" userId="c03447ce-3ff7-4fcb-91df-c0d7148df867" providerId="ADAL" clId="{299F01FD-CDC1-4794-90AB-DF2ECEDB7A73}" dt="2023-06-02T12:52:00.203" v="660" actId="22"/>
          <ac:spMkLst>
            <pc:docMk/>
            <pc:sldMk cId="3309075521" sldId="281"/>
            <ac:spMk id="7" creationId="{3ABD90B9-2666-1D87-0C63-6079C2119B92}"/>
          </ac:spMkLst>
        </pc:spChg>
        <pc:picChg chg="add mod">
          <ac:chgData name="KAYLA FEJDASZ" userId="c03447ce-3ff7-4fcb-91df-c0d7148df867" providerId="ADAL" clId="{299F01FD-CDC1-4794-90AB-DF2ECEDB7A73}" dt="2023-06-02T13:05:42.012" v="1092"/>
          <ac:picMkLst>
            <pc:docMk/>
            <pc:sldMk cId="3309075521" sldId="281"/>
            <ac:picMk id="8" creationId="{C83DBB01-2EF8-B6F3-7F71-6A80C05A58CD}"/>
          </ac:picMkLst>
        </pc:picChg>
        <pc:picChg chg="add mod">
          <ac:chgData name="KAYLA FEJDASZ" userId="c03447ce-3ff7-4fcb-91df-c0d7148df867" providerId="ADAL" clId="{299F01FD-CDC1-4794-90AB-DF2ECEDB7A73}" dt="2023-06-02T13:06:00.277" v="1128" actId="1076"/>
          <ac:picMkLst>
            <pc:docMk/>
            <pc:sldMk cId="3309075521" sldId="281"/>
            <ac:picMk id="9" creationId="{01B3CCAF-75B7-77B9-9189-128CFAA4A618}"/>
          </ac:picMkLst>
        </pc:picChg>
      </pc:sldChg>
      <pc:sldChg chg="modSp new mod ord">
        <pc:chgData name="KAYLA FEJDASZ" userId="c03447ce-3ff7-4fcb-91df-c0d7148df867" providerId="ADAL" clId="{299F01FD-CDC1-4794-90AB-DF2ECEDB7A73}" dt="2023-06-02T13:01:34.314" v="1078" actId="20577"/>
        <pc:sldMkLst>
          <pc:docMk/>
          <pc:sldMk cId="683184710" sldId="282"/>
        </pc:sldMkLst>
        <pc:spChg chg="mod">
          <ac:chgData name="KAYLA FEJDASZ" userId="c03447ce-3ff7-4fcb-91df-c0d7148df867" providerId="ADAL" clId="{299F01FD-CDC1-4794-90AB-DF2ECEDB7A73}" dt="2023-06-02T12:56:37.158" v="772" actId="20577"/>
          <ac:spMkLst>
            <pc:docMk/>
            <pc:sldMk cId="683184710" sldId="282"/>
            <ac:spMk id="2" creationId="{D2DA3F5E-5657-4559-B316-42A9F0D93257}"/>
          </ac:spMkLst>
        </pc:spChg>
        <pc:spChg chg="mod">
          <ac:chgData name="KAYLA FEJDASZ" userId="c03447ce-3ff7-4fcb-91df-c0d7148df867" providerId="ADAL" clId="{299F01FD-CDC1-4794-90AB-DF2ECEDB7A73}" dt="2023-06-02T13:01:34.314" v="1078" actId="20577"/>
          <ac:spMkLst>
            <pc:docMk/>
            <pc:sldMk cId="683184710" sldId="282"/>
            <ac:spMk id="3" creationId="{8A1F4D27-22C8-3401-54C2-4D4ABFEFED75}"/>
          </ac:spMkLst>
        </pc:spChg>
      </pc:sldChg>
      <pc:sldChg chg="new del">
        <pc:chgData name="KAYLA FEJDASZ" userId="c03447ce-3ff7-4fcb-91df-c0d7148df867" providerId="ADAL" clId="{299F01FD-CDC1-4794-90AB-DF2ECEDB7A73}" dt="2023-06-02T12:53:46.654" v="672" actId="47"/>
        <pc:sldMkLst>
          <pc:docMk/>
          <pc:sldMk cId="3258586924" sldId="282"/>
        </pc:sldMkLst>
      </pc:sldChg>
      <pc:sldChg chg="modSp new mod">
        <pc:chgData name="KAYLA FEJDASZ" userId="c03447ce-3ff7-4fcb-91df-c0d7148df867" providerId="ADAL" clId="{299F01FD-CDC1-4794-90AB-DF2ECEDB7A73}" dt="2023-06-02T19:35:11.535" v="1743" actId="20577"/>
        <pc:sldMkLst>
          <pc:docMk/>
          <pc:sldMk cId="2381497491" sldId="283"/>
        </pc:sldMkLst>
        <pc:spChg chg="mod">
          <ac:chgData name="KAYLA FEJDASZ" userId="c03447ce-3ff7-4fcb-91df-c0d7148df867" providerId="ADAL" clId="{299F01FD-CDC1-4794-90AB-DF2ECEDB7A73}" dt="2023-06-02T13:07:25.576" v="1171" actId="20577"/>
          <ac:spMkLst>
            <pc:docMk/>
            <pc:sldMk cId="2381497491" sldId="283"/>
            <ac:spMk id="2" creationId="{81A12AB0-5022-EC8B-8AB0-078ADB939BB1}"/>
          </ac:spMkLst>
        </pc:spChg>
        <pc:spChg chg="mod">
          <ac:chgData name="KAYLA FEJDASZ" userId="c03447ce-3ff7-4fcb-91df-c0d7148df867" providerId="ADAL" clId="{299F01FD-CDC1-4794-90AB-DF2ECEDB7A73}" dt="2023-06-02T19:35:11.535" v="1743" actId="20577"/>
          <ac:spMkLst>
            <pc:docMk/>
            <pc:sldMk cId="2381497491" sldId="283"/>
            <ac:spMk id="3" creationId="{979D9C71-379C-7CF5-45DE-E275991B4AB5}"/>
          </ac:spMkLst>
        </pc:spChg>
      </pc:sldChg>
      <pc:sldChg chg="modSp new mod">
        <pc:chgData name="KAYLA FEJDASZ" userId="c03447ce-3ff7-4fcb-91df-c0d7148df867" providerId="ADAL" clId="{299F01FD-CDC1-4794-90AB-DF2ECEDB7A73}" dt="2023-06-02T13:20:09.942" v="1282" actId="20577"/>
        <pc:sldMkLst>
          <pc:docMk/>
          <pc:sldMk cId="3054508154" sldId="284"/>
        </pc:sldMkLst>
        <pc:spChg chg="mod">
          <ac:chgData name="KAYLA FEJDASZ" userId="c03447ce-3ff7-4fcb-91df-c0d7148df867" providerId="ADAL" clId="{299F01FD-CDC1-4794-90AB-DF2ECEDB7A73}" dt="2023-06-02T13:19:51.223" v="1277" actId="20577"/>
          <ac:spMkLst>
            <pc:docMk/>
            <pc:sldMk cId="3054508154" sldId="284"/>
            <ac:spMk id="2" creationId="{EAB0E26D-DDDE-12EC-E755-530B15147FEE}"/>
          </ac:spMkLst>
        </pc:spChg>
        <pc:spChg chg="mod">
          <ac:chgData name="KAYLA FEJDASZ" userId="c03447ce-3ff7-4fcb-91df-c0d7148df867" providerId="ADAL" clId="{299F01FD-CDC1-4794-90AB-DF2ECEDB7A73}" dt="2023-06-02T13:20:09.942" v="1282" actId="20577"/>
          <ac:spMkLst>
            <pc:docMk/>
            <pc:sldMk cId="3054508154" sldId="284"/>
            <ac:spMk id="3" creationId="{9777845C-EE37-A05E-B501-9DAC174DA0B5}"/>
          </ac:spMkLst>
        </pc:spChg>
      </pc:sldChg>
    </pc:docChg>
  </pc:docChgLst>
  <pc:docChgLst>
    <pc:chgData name="Shujaat, Faizan" userId="59b06e4e-8241-483d-8369-73d547e8d722" providerId="ADAL" clId="{6CE5DE35-BDCC-42D7-A350-CAD50F1C646B}"/>
    <pc:docChg chg="undo custSel modSld">
      <pc:chgData name="Shujaat, Faizan" userId="59b06e4e-8241-483d-8369-73d547e8d722" providerId="ADAL" clId="{6CE5DE35-BDCC-42D7-A350-CAD50F1C646B}" dt="2023-06-16T00:56:15.527" v="57" actId="403"/>
      <pc:docMkLst>
        <pc:docMk/>
      </pc:docMkLst>
      <pc:sldChg chg="modSp mod">
        <pc:chgData name="Shujaat, Faizan" userId="59b06e4e-8241-483d-8369-73d547e8d722" providerId="ADAL" clId="{6CE5DE35-BDCC-42D7-A350-CAD50F1C646B}" dt="2023-06-16T00:53:38.148" v="13" actId="27636"/>
        <pc:sldMkLst>
          <pc:docMk/>
          <pc:sldMk cId="3210314696" sldId="257"/>
        </pc:sldMkLst>
        <pc:spChg chg="mod">
          <ac:chgData name="Shujaat, Faizan" userId="59b06e4e-8241-483d-8369-73d547e8d722" providerId="ADAL" clId="{6CE5DE35-BDCC-42D7-A350-CAD50F1C646B}" dt="2023-06-16T00:53:38.148" v="13" actId="27636"/>
          <ac:spMkLst>
            <pc:docMk/>
            <pc:sldMk cId="3210314696" sldId="257"/>
            <ac:spMk id="2" creationId="{0045988D-9CB0-43D9-323F-CDD5BA7AA567}"/>
          </ac:spMkLst>
        </pc:spChg>
      </pc:sldChg>
      <pc:sldChg chg="modSp mod">
        <pc:chgData name="Shujaat, Faizan" userId="59b06e4e-8241-483d-8369-73d547e8d722" providerId="ADAL" clId="{6CE5DE35-BDCC-42D7-A350-CAD50F1C646B}" dt="2023-06-16T00:52:00.790" v="0" actId="113"/>
        <pc:sldMkLst>
          <pc:docMk/>
          <pc:sldMk cId="2982933395" sldId="258"/>
        </pc:sldMkLst>
        <pc:spChg chg="mod">
          <ac:chgData name="Shujaat, Faizan" userId="59b06e4e-8241-483d-8369-73d547e8d722" providerId="ADAL" clId="{6CE5DE35-BDCC-42D7-A350-CAD50F1C646B}" dt="2023-06-16T00:52:00.790" v="0" actId="113"/>
          <ac:spMkLst>
            <pc:docMk/>
            <pc:sldMk cId="2982933395" sldId="258"/>
            <ac:spMk id="3" creationId="{B908F796-3D75-659C-A611-BD58C9DC6D0B}"/>
          </ac:spMkLst>
        </pc:spChg>
      </pc:sldChg>
      <pc:sldChg chg="modSp mod">
        <pc:chgData name="Shujaat, Faizan" userId="59b06e4e-8241-483d-8369-73d547e8d722" providerId="ADAL" clId="{6CE5DE35-BDCC-42D7-A350-CAD50F1C646B}" dt="2023-06-16T00:54:50.105" v="39" actId="255"/>
        <pc:sldMkLst>
          <pc:docMk/>
          <pc:sldMk cId="983438589" sldId="262"/>
        </pc:sldMkLst>
        <pc:spChg chg="mod">
          <ac:chgData name="Shujaat, Faizan" userId="59b06e4e-8241-483d-8369-73d547e8d722" providerId="ADAL" clId="{6CE5DE35-BDCC-42D7-A350-CAD50F1C646B}" dt="2023-06-16T00:54:50.105" v="39" actId="255"/>
          <ac:spMkLst>
            <pc:docMk/>
            <pc:sldMk cId="983438589" sldId="262"/>
            <ac:spMk id="2" creationId="{B777E3C2-DCAB-FD94-9203-29001E72E6DD}"/>
          </ac:spMkLst>
        </pc:spChg>
      </pc:sldChg>
      <pc:sldChg chg="modSp mod">
        <pc:chgData name="Shujaat, Faizan" userId="59b06e4e-8241-483d-8369-73d547e8d722" providerId="ADAL" clId="{6CE5DE35-BDCC-42D7-A350-CAD50F1C646B}" dt="2023-06-16T00:54:55.703" v="40" actId="255"/>
        <pc:sldMkLst>
          <pc:docMk/>
          <pc:sldMk cId="3772158468" sldId="264"/>
        </pc:sldMkLst>
        <pc:spChg chg="mod">
          <ac:chgData name="Shujaat, Faizan" userId="59b06e4e-8241-483d-8369-73d547e8d722" providerId="ADAL" clId="{6CE5DE35-BDCC-42D7-A350-CAD50F1C646B}" dt="2023-06-16T00:54:55.703" v="40" actId="255"/>
          <ac:spMkLst>
            <pc:docMk/>
            <pc:sldMk cId="3772158468" sldId="264"/>
            <ac:spMk id="2" creationId="{656FAD79-696F-725E-91C7-FF7EF9C17F19}"/>
          </ac:spMkLst>
        </pc:spChg>
      </pc:sldChg>
      <pc:sldChg chg="modSp mod">
        <pc:chgData name="Shujaat, Faizan" userId="59b06e4e-8241-483d-8369-73d547e8d722" providerId="ADAL" clId="{6CE5DE35-BDCC-42D7-A350-CAD50F1C646B}" dt="2023-06-16T00:55:13.244" v="43" actId="1076"/>
        <pc:sldMkLst>
          <pc:docMk/>
          <pc:sldMk cId="1277073223" sldId="266"/>
        </pc:sldMkLst>
        <pc:spChg chg="mod">
          <ac:chgData name="Shujaat, Faizan" userId="59b06e4e-8241-483d-8369-73d547e8d722" providerId="ADAL" clId="{6CE5DE35-BDCC-42D7-A350-CAD50F1C646B}" dt="2023-06-16T00:55:01.863" v="41" actId="255"/>
          <ac:spMkLst>
            <pc:docMk/>
            <pc:sldMk cId="1277073223" sldId="266"/>
            <ac:spMk id="2" creationId="{656FAD79-696F-725E-91C7-FF7EF9C17F19}"/>
          </ac:spMkLst>
        </pc:spChg>
        <pc:spChg chg="mod">
          <ac:chgData name="Shujaat, Faizan" userId="59b06e4e-8241-483d-8369-73d547e8d722" providerId="ADAL" clId="{6CE5DE35-BDCC-42D7-A350-CAD50F1C646B}" dt="2023-06-16T00:55:13.244" v="43" actId="1076"/>
          <ac:spMkLst>
            <pc:docMk/>
            <pc:sldMk cId="1277073223" sldId="266"/>
            <ac:spMk id="11" creationId="{3F9F3536-8C42-26E0-2CE8-8D62057BDC3F}"/>
          </ac:spMkLst>
        </pc:spChg>
        <pc:spChg chg="mod">
          <ac:chgData name="Shujaat, Faizan" userId="59b06e4e-8241-483d-8369-73d547e8d722" providerId="ADAL" clId="{6CE5DE35-BDCC-42D7-A350-CAD50F1C646B}" dt="2023-06-16T00:55:09.741" v="42" actId="1076"/>
          <ac:spMkLst>
            <pc:docMk/>
            <pc:sldMk cId="1277073223" sldId="266"/>
            <ac:spMk id="12" creationId="{2635EBA5-264F-A4E5-3722-0EB486DB843E}"/>
          </ac:spMkLst>
        </pc:spChg>
        <pc:spChg chg="mod">
          <ac:chgData name="Shujaat, Faizan" userId="59b06e4e-8241-483d-8369-73d547e8d722" providerId="ADAL" clId="{6CE5DE35-BDCC-42D7-A350-CAD50F1C646B}" dt="2023-06-16T00:55:09.741" v="42" actId="1076"/>
          <ac:spMkLst>
            <pc:docMk/>
            <pc:sldMk cId="1277073223" sldId="266"/>
            <ac:spMk id="13" creationId="{AEDEE1FA-ABA7-3648-2FE7-2E22B26020AA}"/>
          </ac:spMkLst>
        </pc:spChg>
        <pc:spChg chg="mod">
          <ac:chgData name="Shujaat, Faizan" userId="59b06e4e-8241-483d-8369-73d547e8d722" providerId="ADAL" clId="{6CE5DE35-BDCC-42D7-A350-CAD50F1C646B}" dt="2023-06-16T00:55:09.741" v="42" actId="1076"/>
          <ac:spMkLst>
            <pc:docMk/>
            <pc:sldMk cId="1277073223" sldId="266"/>
            <ac:spMk id="15" creationId="{E1D11F32-F7B4-22CE-B974-B5CF6AC13841}"/>
          </ac:spMkLst>
        </pc:spChg>
      </pc:sldChg>
      <pc:sldChg chg="modSp mod">
        <pc:chgData name="Shujaat, Faizan" userId="59b06e4e-8241-483d-8369-73d547e8d722" providerId="ADAL" clId="{6CE5DE35-BDCC-42D7-A350-CAD50F1C646B}" dt="2023-06-16T00:55:16.736" v="44" actId="255"/>
        <pc:sldMkLst>
          <pc:docMk/>
          <pc:sldMk cId="2052943679" sldId="267"/>
        </pc:sldMkLst>
        <pc:spChg chg="mod">
          <ac:chgData name="Shujaat, Faizan" userId="59b06e4e-8241-483d-8369-73d547e8d722" providerId="ADAL" clId="{6CE5DE35-BDCC-42D7-A350-CAD50F1C646B}" dt="2023-06-16T00:55:16.736" v="44" actId="255"/>
          <ac:spMkLst>
            <pc:docMk/>
            <pc:sldMk cId="2052943679" sldId="267"/>
            <ac:spMk id="2" creationId="{B777E3C2-DCAB-FD94-9203-29001E72E6DD}"/>
          </ac:spMkLst>
        </pc:spChg>
      </pc:sldChg>
      <pc:sldChg chg="modSp mod">
        <pc:chgData name="Shujaat, Faizan" userId="59b06e4e-8241-483d-8369-73d547e8d722" providerId="ADAL" clId="{6CE5DE35-BDCC-42D7-A350-CAD50F1C646B}" dt="2023-06-16T00:55:20.228" v="45" actId="255"/>
        <pc:sldMkLst>
          <pc:docMk/>
          <pc:sldMk cId="2720541580" sldId="268"/>
        </pc:sldMkLst>
        <pc:spChg chg="mod">
          <ac:chgData name="Shujaat, Faizan" userId="59b06e4e-8241-483d-8369-73d547e8d722" providerId="ADAL" clId="{6CE5DE35-BDCC-42D7-A350-CAD50F1C646B}" dt="2023-06-16T00:55:20.228" v="45" actId="255"/>
          <ac:spMkLst>
            <pc:docMk/>
            <pc:sldMk cId="2720541580" sldId="268"/>
            <ac:spMk id="2" creationId="{B777E3C2-DCAB-FD94-9203-29001E72E6DD}"/>
          </ac:spMkLst>
        </pc:spChg>
      </pc:sldChg>
      <pc:sldChg chg="modSp mod">
        <pc:chgData name="Shujaat, Faizan" userId="59b06e4e-8241-483d-8369-73d547e8d722" providerId="ADAL" clId="{6CE5DE35-BDCC-42D7-A350-CAD50F1C646B}" dt="2023-06-16T00:55:29.496" v="46" actId="255"/>
        <pc:sldMkLst>
          <pc:docMk/>
          <pc:sldMk cId="1065700003" sldId="269"/>
        </pc:sldMkLst>
        <pc:spChg chg="mod">
          <ac:chgData name="Shujaat, Faizan" userId="59b06e4e-8241-483d-8369-73d547e8d722" providerId="ADAL" clId="{6CE5DE35-BDCC-42D7-A350-CAD50F1C646B}" dt="2023-06-16T00:55:29.496" v="46" actId="255"/>
          <ac:spMkLst>
            <pc:docMk/>
            <pc:sldMk cId="1065700003" sldId="269"/>
            <ac:spMk id="2" creationId="{B777E3C2-DCAB-FD94-9203-29001E72E6DD}"/>
          </ac:spMkLst>
        </pc:spChg>
      </pc:sldChg>
      <pc:sldChg chg="modSp mod">
        <pc:chgData name="Shujaat, Faizan" userId="59b06e4e-8241-483d-8369-73d547e8d722" providerId="ADAL" clId="{6CE5DE35-BDCC-42D7-A350-CAD50F1C646B}" dt="2023-06-16T00:55:42.176" v="49" actId="255"/>
        <pc:sldMkLst>
          <pc:docMk/>
          <pc:sldMk cId="506168007" sldId="271"/>
        </pc:sldMkLst>
        <pc:spChg chg="mod">
          <ac:chgData name="Shujaat, Faizan" userId="59b06e4e-8241-483d-8369-73d547e8d722" providerId="ADAL" clId="{6CE5DE35-BDCC-42D7-A350-CAD50F1C646B}" dt="2023-06-16T00:55:42.176" v="49" actId="255"/>
          <ac:spMkLst>
            <pc:docMk/>
            <pc:sldMk cId="506168007" sldId="271"/>
            <ac:spMk id="2" creationId="{B777E3C2-DCAB-FD94-9203-29001E72E6DD}"/>
          </ac:spMkLst>
        </pc:spChg>
      </pc:sldChg>
      <pc:sldChg chg="modSp mod">
        <pc:chgData name="Shujaat, Faizan" userId="59b06e4e-8241-483d-8369-73d547e8d722" providerId="ADAL" clId="{6CE5DE35-BDCC-42D7-A350-CAD50F1C646B}" dt="2023-06-16T00:55:36.010" v="48" actId="27636"/>
        <pc:sldMkLst>
          <pc:docMk/>
          <pc:sldMk cId="666750586" sldId="272"/>
        </pc:sldMkLst>
        <pc:spChg chg="mod">
          <ac:chgData name="Shujaat, Faizan" userId="59b06e4e-8241-483d-8369-73d547e8d722" providerId="ADAL" clId="{6CE5DE35-BDCC-42D7-A350-CAD50F1C646B}" dt="2023-06-16T00:55:35.993" v="47" actId="255"/>
          <ac:spMkLst>
            <pc:docMk/>
            <pc:sldMk cId="666750586" sldId="272"/>
            <ac:spMk id="2" creationId="{964A6A1F-E180-469E-AAC1-916AFCB06DFD}"/>
          </ac:spMkLst>
        </pc:spChg>
        <pc:spChg chg="mod">
          <ac:chgData name="Shujaat, Faizan" userId="59b06e4e-8241-483d-8369-73d547e8d722" providerId="ADAL" clId="{6CE5DE35-BDCC-42D7-A350-CAD50F1C646B}" dt="2023-06-16T00:55:36.010" v="48" actId="27636"/>
          <ac:spMkLst>
            <pc:docMk/>
            <pc:sldMk cId="666750586" sldId="272"/>
            <ac:spMk id="3" creationId="{1E3E736E-02FD-5C00-7E1F-0B7E4E121E12}"/>
          </ac:spMkLst>
        </pc:spChg>
        <pc:spChg chg="mod">
          <ac:chgData name="Shujaat, Faizan" userId="59b06e4e-8241-483d-8369-73d547e8d722" providerId="ADAL" clId="{6CE5DE35-BDCC-42D7-A350-CAD50F1C646B}" dt="2023-06-16T00:55:35.993" v="47" actId="255"/>
          <ac:spMkLst>
            <pc:docMk/>
            <pc:sldMk cId="666750586" sldId="272"/>
            <ac:spMk id="4" creationId="{2AC7514F-3A8B-FC66-886A-105E74F5A771}"/>
          </ac:spMkLst>
        </pc:spChg>
        <pc:spChg chg="mod">
          <ac:chgData name="Shujaat, Faizan" userId="59b06e4e-8241-483d-8369-73d547e8d722" providerId="ADAL" clId="{6CE5DE35-BDCC-42D7-A350-CAD50F1C646B}" dt="2023-06-16T00:55:35.993" v="47" actId="255"/>
          <ac:spMkLst>
            <pc:docMk/>
            <pc:sldMk cId="666750586" sldId="272"/>
            <ac:spMk id="6" creationId="{7163A6A9-5C02-DCA8-F133-35F7733ED09D}"/>
          </ac:spMkLst>
        </pc:spChg>
      </pc:sldChg>
      <pc:sldChg chg="modSp mod">
        <pc:chgData name="Shujaat, Faizan" userId="59b06e4e-8241-483d-8369-73d547e8d722" providerId="ADAL" clId="{6CE5DE35-BDCC-42D7-A350-CAD50F1C646B}" dt="2023-06-16T00:55:53.108" v="52" actId="1076"/>
        <pc:sldMkLst>
          <pc:docMk/>
          <pc:sldMk cId="3752453531" sldId="273"/>
        </pc:sldMkLst>
        <pc:spChg chg="mod">
          <ac:chgData name="Shujaat, Faizan" userId="59b06e4e-8241-483d-8369-73d547e8d722" providerId="ADAL" clId="{6CE5DE35-BDCC-42D7-A350-CAD50F1C646B}" dt="2023-06-16T00:55:53.108" v="52" actId="1076"/>
          <ac:spMkLst>
            <pc:docMk/>
            <pc:sldMk cId="3752453531" sldId="273"/>
            <ac:spMk id="3" creationId="{509E700F-6E44-3DE7-7400-7C7AAB98CE92}"/>
          </ac:spMkLst>
        </pc:spChg>
        <pc:spChg chg="mod">
          <ac:chgData name="Shujaat, Faizan" userId="59b06e4e-8241-483d-8369-73d547e8d722" providerId="ADAL" clId="{6CE5DE35-BDCC-42D7-A350-CAD50F1C646B}" dt="2023-06-16T00:55:48.481" v="51" actId="403"/>
          <ac:spMkLst>
            <pc:docMk/>
            <pc:sldMk cId="3752453531" sldId="273"/>
            <ac:spMk id="5" creationId="{468B852A-32EF-6B1E-B4D7-1EFB8581EB20}"/>
          </ac:spMkLst>
        </pc:spChg>
        <pc:spChg chg="mod">
          <ac:chgData name="Shujaat, Faizan" userId="59b06e4e-8241-483d-8369-73d547e8d722" providerId="ADAL" clId="{6CE5DE35-BDCC-42D7-A350-CAD50F1C646B}" dt="2023-06-16T00:55:48.481" v="51" actId="403"/>
          <ac:spMkLst>
            <pc:docMk/>
            <pc:sldMk cId="3752453531" sldId="273"/>
            <ac:spMk id="6" creationId="{49D6E387-4C36-7671-A51A-FCE29B1B5571}"/>
          </ac:spMkLst>
        </pc:spChg>
        <pc:spChg chg="mod">
          <ac:chgData name="Shujaat, Faizan" userId="59b06e4e-8241-483d-8369-73d547e8d722" providerId="ADAL" clId="{6CE5DE35-BDCC-42D7-A350-CAD50F1C646B}" dt="2023-06-16T00:55:48.481" v="51" actId="403"/>
          <ac:spMkLst>
            <pc:docMk/>
            <pc:sldMk cId="3752453531" sldId="273"/>
            <ac:spMk id="9" creationId="{A11A4F0C-1CA1-5640-F05A-5E8F4425735A}"/>
          </ac:spMkLst>
        </pc:spChg>
      </pc:sldChg>
      <pc:sldChg chg="modSp mod">
        <pc:chgData name="Shujaat, Faizan" userId="59b06e4e-8241-483d-8369-73d547e8d722" providerId="ADAL" clId="{6CE5DE35-BDCC-42D7-A350-CAD50F1C646B}" dt="2023-06-16T00:56:03.037" v="55" actId="20577"/>
        <pc:sldMkLst>
          <pc:docMk/>
          <pc:sldMk cId="3109488061" sldId="274"/>
        </pc:sldMkLst>
        <pc:spChg chg="mod">
          <ac:chgData name="Shujaat, Faizan" userId="59b06e4e-8241-483d-8369-73d547e8d722" providerId="ADAL" clId="{6CE5DE35-BDCC-42D7-A350-CAD50F1C646B}" dt="2023-06-16T00:56:03.037" v="55" actId="20577"/>
          <ac:spMkLst>
            <pc:docMk/>
            <pc:sldMk cId="3109488061" sldId="274"/>
            <ac:spMk id="2" creationId="{B777E3C2-DCAB-FD94-9203-29001E72E6DD}"/>
          </ac:spMkLst>
        </pc:spChg>
      </pc:sldChg>
      <pc:sldChg chg="modSp mod">
        <pc:chgData name="Shujaat, Faizan" userId="59b06e4e-8241-483d-8369-73d547e8d722" providerId="ADAL" clId="{6CE5DE35-BDCC-42D7-A350-CAD50F1C646B}" dt="2023-06-16T00:56:15.527" v="57" actId="403"/>
        <pc:sldMkLst>
          <pc:docMk/>
          <pc:sldMk cId="4266642623" sldId="275"/>
        </pc:sldMkLst>
        <pc:spChg chg="mod">
          <ac:chgData name="Shujaat, Faizan" userId="59b06e4e-8241-483d-8369-73d547e8d722" providerId="ADAL" clId="{6CE5DE35-BDCC-42D7-A350-CAD50F1C646B}" dt="2023-06-16T00:56:15.527" v="57" actId="403"/>
          <ac:spMkLst>
            <pc:docMk/>
            <pc:sldMk cId="4266642623" sldId="275"/>
            <ac:spMk id="6" creationId="{4EC76ECD-341B-9003-FACB-F170EE7B8AD1}"/>
          </ac:spMkLst>
        </pc:spChg>
      </pc:sldChg>
      <pc:sldChg chg="modSp mod">
        <pc:chgData name="Shujaat, Faizan" userId="59b06e4e-8241-483d-8369-73d547e8d722" providerId="ADAL" clId="{6CE5DE35-BDCC-42D7-A350-CAD50F1C646B}" dt="2023-06-16T00:56:09.885" v="56" actId="255"/>
        <pc:sldMkLst>
          <pc:docMk/>
          <pc:sldMk cId="2534205391" sldId="276"/>
        </pc:sldMkLst>
        <pc:spChg chg="mod">
          <ac:chgData name="Shujaat, Faizan" userId="59b06e4e-8241-483d-8369-73d547e8d722" providerId="ADAL" clId="{6CE5DE35-BDCC-42D7-A350-CAD50F1C646B}" dt="2023-06-16T00:56:09.885" v="56" actId="255"/>
          <ac:spMkLst>
            <pc:docMk/>
            <pc:sldMk cId="2534205391" sldId="276"/>
            <ac:spMk id="3" creationId="{E8CC447A-EE98-AAA9-1D05-19E5CBB16F45}"/>
          </ac:spMkLst>
        </pc:spChg>
        <pc:spChg chg="mod">
          <ac:chgData name="Shujaat, Faizan" userId="59b06e4e-8241-483d-8369-73d547e8d722" providerId="ADAL" clId="{6CE5DE35-BDCC-42D7-A350-CAD50F1C646B}" dt="2023-06-16T00:56:09.885" v="56" actId="255"/>
          <ac:spMkLst>
            <pc:docMk/>
            <pc:sldMk cId="2534205391" sldId="276"/>
            <ac:spMk id="5" creationId="{468B852A-32EF-6B1E-B4D7-1EFB8581EB20}"/>
          </ac:spMkLst>
        </pc:spChg>
      </pc:sldChg>
      <pc:sldChg chg="modSp mod">
        <pc:chgData name="Shujaat, Faizan" userId="59b06e4e-8241-483d-8369-73d547e8d722" providerId="ADAL" clId="{6CE5DE35-BDCC-42D7-A350-CAD50F1C646B}" dt="2023-06-16T00:53:08.438" v="7" actId="207"/>
        <pc:sldMkLst>
          <pc:docMk/>
          <pc:sldMk cId="1245139457" sldId="277"/>
        </pc:sldMkLst>
        <pc:spChg chg="mod">
          <ac:chgData name="Shujaat, Faizan" userId="59b06e4e-8241-483d-8369-73d547e8d722" providerId="ADAL" clId="{6CE5DE35-BDCC-42D7-A350-CAD50F1C646B}" dt="2023-06-16T00:52:53.717" v="6" actId="403"/>
          <ac:spMkLst>
            <pc:docMk/>
            <pc:sldMk cId="1245139457" sldId="277"/>
            <ac:spMk id="3" creationId="{F7CFE162-2B72-DECB-B17E-7A2BA5626B69}"/>
          </ac:spMkLst>
        </pc:spChg>
        <pc:spChg chg="mod">
          <ac:chgData name="Shujaat, Faizan" userId="59b06e4e-8241-483d-8369-73d547e8d722" providerId="ADAL" clId="{6CE5DE35-BDCC-42D7-A350-CAD50F1C646B}" dt="2023-06-16T00:53:08.438" v="7" actId="207"/>
          <ac:spMkLst>
            <pc:docMk/>
            <pc:sldMk cId="1245139457" sldId="277"/>
            <ac:spMk id="6" creationId="{C6F4B2F6-1299-CA17-A2EC-54FF9654EB06}"/>
          </ac:spMkLst>
        </pc:spChg>
      </pc:sldChg>
      <pc:sldChg chg="modSp mod">
        <pc:chgData name="Shujaat, Faizan" userId="59b06e4e-8241-483d-8369-73d547e8d722" providerId="ADAL" clId="{6CE5DE35-BDCC-42D7-A350-CAD50F1C646B}" dt="2023-06-16T00:52:28.837" v="2" actId="255"/>
        <pc:sldMkLst>
          <pc:docMk/>
          <pc:sldMk cId="622925019" sldId="278"/>
        </pc:sldMkLst>
        <pc:spChg chg="mod">
          <ac:chgData name="Shujaat, Faizan" userId="59b06e4e-8241-483d-8369-73d547e8d722" providerId="ADAL" clId="{6CE5DE35-BDCC-42D7-A350-CAD50F1C646B}" dt="2023-06-16T00:52:28.837" v="2" actId="255"/>
          <ac:spMkLst>
            <pc:docMk/>
            <pc:sldMk cId="622925019" sldId="278"/>
            <ac:spMk id="2" creationId="{4C74B299-19BD-37FD-4C0B-324DD8337EA2}"/>
          </ac:spMkLst>
        </pc:spChg>
        <pc:spChg chg="mod">
          <ac:chgData name="Shujaat, Faizan" userId="59b06e4e-8241-483d-8369-73d547e8d722" providerId="ADAL" clId="{6CE5DE35-BDCC-42D7-A350-CAD50F1C646B}" dt="2023-06-16T00:52:28.837" v="2" actId="255"/>
          <ac:spMkLst>
            <pc:docMk/>
            <pc:sldMk cId="622925019" sldId="278"/>
            <ac:spMk id="3" creationId="{3D89E684-0128-5BCC-C8C8-FA0DEF56876F}"/>
          </ac:spMkLst>
        </pc:spChg>
        <pc:spChg chg="mod">
          <ac:chgData name="Shujaat, Faizan" userId="59b06e4e-8241-483d-8369-73d547e8d722" providerId="ADAL" clId="{6CE5DE35-BDCC-42D7-A350-CAD50F1C646B}" dt="2023-06-16T00:52:28.837" v="2" actId="255"/>
          <ac:spMkLst>
            <pc:docMk/>
            <pc:sldMk cId="622925019" sldId="278"/>
            <ac:spMk id="180" creationId="{27582B2C-3518-76FC-7DFF-6CA3ED83CCA9}"/>
          </ac:spMkLst>
        </pc:spChg>
        <pc:spChg chg="mod">
          <ac:chgData name="Shujaat, Faizan" userId="59b06e4e-8241-483d-8369-73d547e8d722" providerId="ADAL" clId="{6CE5DE35-BDCC-42D7-A350-CAD50F1C646B}" dt="2023-06-16T00:52:28.837" v="2" actId="255"/>
          <ac:spMkLst>
            <pc:docMk/>
            <pc:sldMk cId="622925019" sldId="278"/>
            <ac:spMk id="182" creationId="{F1B063E6-A023-FE8B-BE28-B874FAFB4F80}"/>
          </ac:spMkLst>
        </pc:spChg>
        <pc:spChg chg="mod">
          <ac:chgData name="Shujaat, Faizan" userId="59b06e4e-8241-483d-8369-73d547e8d722" providerId="ADAL" clId="{6CE5DE35-BDCC-42D7-A350-CAD50F1C646B}" dt="2023-06-16T00:52:28.837" v="2" actId="255"/>
          <ac:spMkLst>
            <pc:docMk/>
            <pc:sldMk cId="622925019" sldId="278"/>
            <ac:spMk id="184" creationId="{6D4A3B30-6024-F8BC-C99D-CFA77605D151}"/>
          </ac:spMkLst>
        </pc:spChg>
        <pc:spChg chg="mod">
          <ac:chgData name="Shujaat, Faizan" userId="59b06e4e-8241-483d-8369-73d547e8d722" providerId="ADAL" clId="{6CE5DE35-BDCC-42D7-A350-CAD50F1C646B}" dt="2023-06-16T00:52:28.837" v="2" actId="255"/>
          <ac:spMkLst>
            <pc:docMk/>
            <pc:sldMk cId="622925019" sldId="278"/>
            <ac:spMk id="188" creationId="{11CF0FE0-172D-2DDC-2021-98427E780148}"/>
          </ac:spMkLst>
        </pc:spChg>
      </pc:sldChg>
      <pc:sldChg chg="modSp mod delCm">
        <pc:chgData name="Shujaat, Faizan" userId="59b06e4e-8241-483d-8369-73d547e8d722" providerId="ADAL" clId="{6CE5DE35-BDCC-42D7-A350-CAD50F1C646B}" dt="2023-06-16T00:52:44.350" v="5" actId="20577"/>
        <pc:sldMkLst>
          <pc:docMk/>
          <pc:sldMk cId="1496286743" sldId="280"/>
        </pc:sldMkLst>
        <pc:spChg chg="mod">
          <ac:chgData name="Shujaat, Faizan" userId="59b06e4e-8241-483d-8369-73d547e8d722" providerId="ADAL" clId="{6CE5DE35-BDCC-42D7-A350-CAD50F1C646B}" dt="2023-06-16T00:52:44.350" v="5" actId="20577"/>
          <ac:spMkLst>
            <pc:docMk/>
            <pc:sldMk cId="1496286743" sldId="280"/>
            <ac:spMk id="130" creationId="{C7E3B4A7-B30B-CAAD-232C-577E8D779B1D}"/>
          </ac:spMkLst>
        </pc:spChg>
        <pc:extLst>
          <p:ext xmlns:p="http://schemas.openxmlformats.org/presentationml/2006/main" uri="{D6D511B9-2390-475A-947B-AFAB55BFBCF1}">
            <pc226:cmChg xmlns:pc226="http://schemas.microsoft.com/office/powerpoint/2022/06/main/command" chg="del">
              <pc226:chgData name="Shujaat, Faizan" userId="59b06e4e-8241-483d-8369-73d547e8d722" providerId="ADAL" clId="{6CE5DE35-BDCC-42D7-A350-CAD50F1C646B}" dt="2023-06-16T00:52:35.142" v="3"/>
              <pc2:cmMkLst xmlns:pc2="http://schemas.microsoft.com/office/powerpoint/2019/9/main/command">
                <pc:docMk/>
                <pc:sldMk cId="1496286743" sldId="280"/>
                <pc2:cmMk id="{667701AE-CBDB-4D03-9B77-25BB3B4AC7E7}"/>
              </pc2:cmMkLst>
            </pc226:cmChg>
          </p:ext>
        </pc:extLst>
      </pc:sldChg>
      <pc:sldChg chg="modSp mod">
        <pc:chgData name="Shujaat, Faizan" userId="59b06e4e-8241-483d-8369-73d547e8d722" providerId="ADAL" clId="{6CE5DE35-BDCC-42D7-A350-CAD50F1C646B}" dt="2023-06-16T00:54:45.744" v="38" actId="20577"/>
        <pc:sldMkLst>
          <pc:docMk/>
          <pc:sldMk cId="683184710" sldId="282"/>
        </pc:sldMkLst>
        <pc:spChg chg="mod">
          <ac:chgData name="Shujaat, Faizan" userId="59b06e4e-8241-483d-8369-73d547e8d722" providerId="ADAL" clId="{6CE5DE35-BDCC-42D7-A350-CAD50F1C646B}" dt="2023-06-16T00:53:44.461" v="14" actId="255"/>
          <ac:spMkLst>
            <pc:docMk/>
            <pc:sldMk cId="683184710" sldId="282"/>
            <ac:spMk id="2" creationId="{D2DA3F5E-5657-4559-B316-42A9F0D93257}"/>
          </ac:spMkLst>
        </pc:spChg>
        <pc:spChg chg="mod">
          <ac:chgData name="Shujaat, Faizan" userId="59b06e4e-8241-483d-8369-73d547e8d722" providerId="ADAL" clId="{6CE5DE35-BDCC-42D7-A350-CAD50F1C646B}" dt="2023-06-16T00:54:45.744" v="38" actId="20577"/>
          <ac:spMkLst>
            <pc:docMk/>
            <pc:sldMk cId="683184710" sldId="282"/>
            <ac:spMk id="3" creationId="{8A1F4D27-22C8-3401-54C2-4D4ABFEFED75}"/>
          </ac:spMkLst>
        </pc:spChg>
        <pc:spChg chg="mod">
          <ac:chgData name="Shujaat, Faizan" userId="59b06e4e-8241-483d-8369-73d547e8d722" providerId="ADAL" clId="{6CE5DE35-BDCC-42D7-A350-CAD50F1C646B}" dt="2023-06-16T00:54:41.226" v="35" actId="20577"/>
          <ac:spMkLst>
            <pc:docMk/>
            <pc:sldMk cId="683184710" sldId="282"/>
            <ac:spMk id="5" creationId="{046D975E-87C2-A54F-E965-DA767CC63EDE}"/>
          </ac:spMkLst>
        </pc:spChg>
        <pc:spChg chg="mod">
          <ac:chgData name="Shujaat, Faizan" userId="59b06e4e-8241-483d-8369-73d547e8d722" providerId="ADAL" clId="{6CE5DE35-BDCC-42D7-A350-CAD50F1C646B}" dt="2023-06-16T00:54:41.778" v="36" actId="20577"/>
          <ac:spMkLst>
            <pc:docMk/>
            <pc:sldMk cId="683184710" sldId="282"/>
            <ac:spMk id="7" creationId="{89B77419-BFC5-3900-30BD-1244233B758F}"/>
          </ac:spMkLst>
        </pc:spChg>
      </pc:sldChg>
    </pc:docChg>
  </pc:docChgLst>
  <pc:docChgLst>
    <pc:chgData name="Fejdasz, Kayla" userId="c03447ce-3ff7-4fcb-91df-c0d7148df867" providerId="ADAL" clId="{299F01FD-CDC1-4794-90AB-DF2ECEDB7A73}"/>
    <pc:docChg chg="undo redo custSel addSld delSld modSld sldOrd">
      <pc:chgData name="Fejdasz, Kayla" userId="c03447ce-3ff7-4fcb-91df-c0d7148df867" providerId="ADAL" clId="{299F01FD-CDC1-4794-90AB-DF2ECEDB7A73}" dt="2023-06-15T16:25:03.750" v="6608" actId="20577"/>
      <pc:docMkLst>
        <pc:docMk/>
      </pc:docMkLst>
      <pc:sldChg chg="delSp modSp mod">
        <pc:chgData name="Fejdasz, Kayla" userId="c03447ce-3ff7-4fcb-91df-c0d7148df867" providerId="ADAL" clId="{299F01FD-CDC1-4794-90AB-DF2ECEDB7A73}" dt="2023-06-06T20:37:17.394" v="6560" actId="20577"/>
        <pc:sldMkLst>
          <pc:docMk/>
          <pc:sldMk cId="3210314696" sldId="257"/>
        </pc:sldMkLst>
        <pc:spChg chg="mod">
          <ac:chgData name="Fejdasz, Kayla" userId="c03447ce-3ff7-4fcb-91df-c0d7148df867" providerId="ADAL" clId="{299F01FD-CDC1-4794-90AB-DF2ECEDB7A73}" dt="2023-05-26T16:44:12.948" v="1927" actId="1076"/>
          <ac:spMkLst>
            <pc:docMk/>
            <pc:sldMk cId="3210314696" sldId="257"/>
            <ac:spMk id="2" creationId="{0045988D-9CB0-43D9-323F-CDD5BA7AA567}"/>
          </ac:spMkLst>
        </pc:spChg>
        <pc:spChg chg="del">
          <ac:chgData name="Fejdasz, Kayla" userId="c03447ce-3ff7-4fcb-91df-c0d7148df867" providerId="ADAL" clId="{299F01FD-CDC1-4794-90AB-DF2ECEDB7A73}" dt="2023-05-26T16:44:21.779" v="1928" actId="478"/>
          <ac:spMkLst>
            <pc:docMk/>
            <pc:sldMk cId="3210314696" sldId="257"/>
            <ac:spMk id="4" creationId="{FACAC4FE-4067-90CC-4804-FD259EA62B79}"/>
          </ac:spMkLst>
        </pc:spChg>
        <pc:spChg chg="mod">
          <ac:chgData name="Fejdasz, Kayla" userId="c03447ce-3ff7-4fcb-91df-c0d7148df867" providerId="ADAL" clId="{299F01FD-CDC1-4794-90AB-DF2ECEDB7A73}" dt="2023-06-06T20:37:17.394" v="6560" actId="20577"/>
          <ac:spMkLst>
            <pc:docMk/>
            <pc:sldMk cId="3210314696" sldId="257"/>
            <ac:spMk id="6" creationId="{4F45A191-89EB-1A99-1E7C-F8302FA9F1D2}"/>
          </ac:spMkLst>
        </pc:spChg>
        <pc:picChg chg="mod">
          <ac:chgData name="Fejdasz, Kayla" userId="c03447ce-3ff7-4fcb-91df-c0d7148df867" providerId="ADAL" clId="{299F01FD-CDC1-4794-90AB-DF2ECEDB7A73}" dt="2023-05-25T16:28:15.613" v="326" actId="1076"/>
          <ac:picMkLst>
            <pc:docMk/>
            <pc:sldMk cId="3210314696" sldId="257"/>
            <ac:picMk id="7" creationId="{C9690A22-EFFB-8203-E8C7-0BFCF347C740}"/>
          </ac:picMkLst>
        </pc:picChg>
      </pc:sldChg>
      <pc:sldChg chg="modSp mod">
        <pc:chgData name="Fejdasz, Kayla" userId="c03447ce-3ff7-4fcb-91df-c0d7148df867" providerId="ADAL" clId="{299F01FD-CDC1-4794-90AB-DF2ECEDB7A73}" dt="2023-06-15T16:25:03.750" v="6608" actId="20577"/>
        <pc:sldMkLst>
          <pc:docMk/>
          <pc:sldMk cId="2982933395" sldId="258"/>
        </pc:sldMkLst>
        <pc:spChg chg="mod">
          <ac:chgData name="Fejdasz, Kayla" userId="c03447ce-3ff7-4fcb-91df-c0d7148df867" providerId="ADAL" clId="{299F01FD-CDC1-4794-90AB-DF2ECEDB7A73}" dt="2023-06-15T16:25:03.750" v="6608" actId="20577"/>
          <ac:spMkLst>
            <pc:docMk/>
            <pc:sldMk cId="2982933395" sldId="258"/>
            <ac:spMk id="2" creationId="{303D6B2D-04E2-FEDA-6E81-829D960118D8}"/>
          </ac:spMkLst>
        </pc:spChg>
        <pc:spChg chg="mod">
          <ac:chgData name="Fejdasz, Kayla" userId="c03447ce-3ff7-4fcb-91df-c0d7148df867" providerId="ADAL" clId="{299F01FD-CDC1-4794-90AB-DF2ECEDB7A73}" dt="2023-05-26T17:59:07.554" v="2656" actId="20577"/>
          <ac:spMkLst>
            <pc:docMk/>
            <pc:sldMk cId="2982933395" sldId="258"/>
            <ac:spMk id="3" creationId="{B908F796-3D75-659C-A611-BD58C9DC6D0B}"/>
          </ac:spMkLst>
        </pc:spChg>
      </pc:sldChg>
      <pc:sldChg chg="addSp modSp mod">
        <pc:chgData name="Fejdasz, Kayla" userId="c03447ce-3ff7-4fcb-91df-c0d7148df867" providerId="ADAL" clId="{299F01FD-CDC1-4794-90AB-DF2ECEDB7A73}" dt="2023-05-29T16:32:22.953" v="3453" actId="1076"/>
        <pc:sldMkLst>
          <pc:docMk/>
          <pc:sldMk cId="2210783227" sldId="259"/>
        </pc:sldMkLst>
        <pc:spChg chg="add mod">
          <ac:chgData name="Fejdasz, Kayla" userId="c03447ce-3ff7-4fcb-91df-c0d7148df867" providerId="ADAL" clId="{299F01FD-CDC1-4794-90AB-DF2ECEDB7A73}" dt="2023-05-29T16:32:06.449" v="3450" actId="2711"/>
          <ac:spMkLst>
            <pc:docMk/>
            <pc:sldMk cId="2210783227" sldId="259"/>
            <ac:spMk id="3" creationId="{95FB3501-A264-441C-BA6F-33110B7081D2}"/>
          </ac:spMkLst>
        </pc:spChg>
        <pc:spChg chg="mod">
          <ac:chgData name="Fejdasz, Kayla" userId="c03447ce-3ff7-4fcb-91df-c0d7148df867" providerId="ADAL" clId="{299F01FD-CDC1-4794-90AB-DF2ECEDB7A73}" dt="2023-05-29T16:32:22.953" v="3453" actId="1076"/>
          <ac:spMkLst>
            <pc:docMk/>
            <pc:sldMk cId="2210783227" sldId="259"/>
            <ac:spMk id="19" creationId="{09A63A92-4674-1FF0-F1CC-F3F721EDFC6C}"/>
          </ac:spMkLst>
        </pc:spChg>
        <pc:spChg chg="mod">
          <ac:chgData name="Fejdasz, Kayla" userId="c03447ce-3ff7-4fcb-91df-c0d7148df867" providerId="ADAL" clId="{299F01FD-CDC1-4794-90AB-DF2ECEDB7A73}" dt="2023-05-29T16:32:18.638" v="3452" actId="1076"/>
          <ac:spMkLst>
            <pc:docMk/>
            <pc:sldMk cId="2210783227" sldId="259"/>
            <ac:spMk id="21" creationId="{5EA074DA-D237-1567-4FD7-E70D2422830C}"/>
          </ac:spMkLst>
        </pc:spChg>
        <pc:spChg chg="mod">
          <ac:chgData name="Fejdasz, Kayla" userId="c03447ce-3ff7-4fcb-91df-c0d7148df867" providerId="ADAL" clId="{299F01FD-CDC1-4794-90AB-DF2ECEDB7A73}" dt="2023-05-29T16:32:13.440" v="3451" actId="1076"/>
          <ac:spMkLst>
            <pc:docMk/>
            <pc:sldMk cId="2210783227" sldId="259"/>
            <ac:spMk id="23" creationId="{C72990FB-DE43-7032-61F9-AF5F76786CE5}"/>
          </ac:spMkLst>
        </pc:spChg>
      </pc:sldChg>
      <pc:sldChg chg="modSp del mod">
        <pc:chgData name="Fejdasz, Kayla" userId="c03447ce-3ff7-4fcb-91df-c0d7148df867" providerId="ADAL" clId="{299F01FD-CDC1-4794-90AB-DF2ECEDB7A73}" dt="2023-05-29T17:56:00.543" v="3726" actId="47"/>
        <pc:sldMkLst>
          <pc:docMk/>
          <pc:sldMk cId="4203690667" sldId="260"/>
        </pc:sldMkLst>
        <pc:spChg chg="mod">
          <ac:chgData name="Fejdasz, Kayla" userId="c03447ce-3ff7-4fcb-91df-c0d7148df867" providerId="ADAL" clId="{299F01FD-CDC1-4794-90AB-DF2ECEDB7A73}" dt="2023-05-29T17:55:43.051" v="3723" actId="21"/>
          <ac:spMkLst>
            <pc:docMk/>
            <pc:sldMk cId="4203690667" sldId="260"/>
            <ac:spMk id="2" creationId="{057F7FE7-AF5C-5BF2-891D-EDC3FB61856F}"/>
          </ac:spMkLst>
        </pc:spChg>
        <pc:spChg chg="mod">
          <ac:chgData name="Fejdasz, Kayla" userId="c03447ce-3ff7-4fcb-91df-c0d7148df867" providerId="ADAL" clId="{299F01FD-CDC1-4794-90AB-DF2ECEDB7A73}" dt="2023-05-29T17:55:11.828" v="3715" actId="20577"/>
          <ac:spMkLst>
            <pc:docMk/>
            <pc:sldMk cId="4203690667" sldId="260"/>
            <ac:spMk id="3" creationId="{F7CFE162-2B72-DECB-B17E-7A2BA5626B69}"/>
          </ac:spMkLst>
        </pc:spChg>
      </pc:sldChg>
      <pc:sldChg chg="del">
        <pc:chgData name="Fejdasz, Kayla" userId="c03447ce-3ff7-4fcb-91df-c0d7148df867" providerId="ADAL" clId="{299F01FD-CDC1-4794-90AB-DF2ECEDB7A73}" dt="2023-05-29T17:55:29.526" v="3722" actId="47"/>
        <pc:sldMkLst>
          <pc:docMk/>
          <pc:sldMk cId="2736375419" sldId="261"/>
        </pc:sldMkLst>
      </pc:sldChg>
      <pc:sldChg chg="modSp mod">
        <pc:chgData name="Fejdasz, Kayla" userId="c03447ce-3ff7-4fcb-91df-c0d7148df867" providerId="ADAL" clId="{299F01FD-CDC1-4794-90AB-DF2ECEDB7A73}" dt="2023-05-25T17:32:48.867" v="997" actId="1076"/>
        <pc:sldMkLst>
          <pc:docMk/>
          <pc:sldMk cId="1019586395" sldId="263"/>
        </pc:sldMkLst>
        <pc:spChg chg="mod">
          <ac:chgData name="Fejdasz, Kayla" userId="c03447ce-3ff7-4fcb-91df-c0d7148df867" providerId="ADAL" clId="{299F01FD-CDC1-4794-90AB-DF2ECEDB7A73}" dt="2023-05-25T16:46:42.178" v="640" actId="1076"/>
          <ac:spMkLst>
            <pc:docMk/>
            <pc:sldMk cId="1019586395" sldId="263"/>
            <ac:spMk id="5" creationId="{1D8B62A5-CAF7-DA8F-08AD-5FAC2C84E8EB}"/>
          </ac:spMkLst>
        </pc:spChg>
        <pc:spChg chg="mod">
          <ac:chgData name="Fejdasz, Kayla" userId="c03447ce-3ff7-4fcb-91df-c0d7148df867" providerId="ADAL" clId="{299F01FD-CDC1-4794-90AB-DF2ECEDB7A73}" dt="2023-05-25T17:32:48.867" v="997" actId="1076"/>
          <ac:spMkLst>
            <pc:docMk/>
            <pc:sldMk cId="1019586395" sldId="263"/>
            <ac:spMk id="11" creationId="{F643BFD1-17A7-A1FD-0798-3B9A6AB23CB6}"/>
          </ac:spMkLst>
        </pc:spChg>
        <pc:spChg chg="mod">
          <ac:chgData name="Fejdasz, Kayla" userId="c03447ce-3ff7-4fcb-91df-c0d7148df867" providerId="ADAL" clId="{299F01FD-CDC1-4794-90AB-DF2ECEDB7A73}" dt="2023-05-25T17:32:40.412" v="996" actId="1076"/>
          <ac:spMkLst>
            <pc:docMk/>
            <pc:sldMk cId="1019586395" sldId="263"/>
            <ac:spMk id="13" creationId="{D32174B3-E4F3-253E-F06C-2103A8646D11}"/>
          </ac:spMkLst>
        </pc:spChg>
        <pc:spChg chg="mod">
          <ac:chgData name="Fejdasz, Kayla" userId="c03447ce-3ff7-4fcb-91df-c0d7148df867" providerId="ADAL" clId="{299F01FD-CDC1-4794-90AB-DF2ECEDB7A73}" dt="2023-05-25T16:46:01.958" v="614"/>
          <ac:spMkLst>
            <pc:docMk/>
            <pc:sldMk cId="1019586395" sldId="263"/>
            <ac:spMk id="14" creationId="{C6373DD6-7C66-BF92-4680-3B6A8877A19C}"/>
          </ac:spMkLst>
        </pc:spChg>
      </pc:sldChg>
      <pc:sldChg chg="addSp modSp mod">
        <pc:chgData name="Fejdasz, Kayla" userId="c03447ce-3ff7-4fcb-91df-c0d7148df867" providerId="ADAL" clId="{299F01FD-CDC1-4794-90AB-DF2ECEDB7A73}" dt="2023-05-25T18:58:08.337" v="1415" actId="20577"/>
        <pc:sldMkLst>
          <pc:docMk/>
          <pc:sldMk cId="3772158468" sldId="264"/>
        </pc:sldMkLst>
        <pc:spChg chg="mod">
          <ac:chgData name="Fejdasz, Kayla" userId="c03447ce-3ff7-4fcb-91df-c0d7148df867" providerId="ADAL" clId="{299F01FD-CDC1-4794-90AB-DF2ECEDB7A73}" dt="2023-05-25T16:47:22.771" v="700" actId="20577"/>
          <ac:spMkLst>
            <pc:docMk/>
            <pc:sldMk cId="3772158468" sldId="264"/>
            <ac:spMk id="2" creationId="{656FAD79-696F-725E-91C7-FF7EF9C17F19}"/>
          </ac:spMkLst>
        </pc:spChg>
        <pc:spChg chg="mod">
          <ac:chgData name="Fejdasz, Kayla" userId="c03447ce-3ff7-4fcb-91df-c0d7148df867" providerId="ADAL" clId="{299F01FD-CDC1-4794-90AB-DF2ECEDB7A73}" dt="2023-05-25T18:58:08.337" v="1415" actId="20577"/>
          <ac:spMkLst>
            <pc:docMk/>
            <pc:sldMk cId="3772158468" sldId="264"/>
            <ac:spMk id="9" creationId="{3D039334-CE0F-0FBD-53E3-2F2811018D74}"/>
          </ac:spMkLst>
        </pc:spChg>
        <pc:picChg chg="add mod">
          <ac:chgData name="Fejdasz, Kayla" userId="c03447ce-3ff7-4fcb-91df-c0d7148df867" providerId="ADAL" clId="{299F01FD-CDC1-4794-90AB-DF2ECEDB7A73}" dt="2023-05-25T17:59:14.288" v="1004" actId="1076"/>
          <ac:picMkLst>
            <pc:docMk/>
            <pc:sldMk cId="3772158468" sldId="264"/>
            <ac:picMk id="3" creationId="{92CA5C19-85F0-F8D1-2E1D-848E8F9B2104}"/>
          </ac:picMkLst>
        </pc:picChg>
      </pc:sldChg>
      <pc:sldChg chg="modSp del mod">
        <pc:chgData name="Fejdasz, Kayla" userId="c03447ce-3ff7-4fcb-91df-c0d7148df867" providerId="ADAL" clId="{299F01FD-CDC1-4794-90AB-DF2ECEDB7A73}" dt="2023-05-25T18:57:16.232" v="1317" actId="47"/>
        <pc:sldMkLst>
          <pc:docMk/>
          <pc:sldMk cId="3056370510" sldId="265"/>
        </pc:sldMkLst>
        <pc:spChg chg="mod">
          <ac:chgData name="Fejdasz, Kayla" userId="c03447ce-3ff7-4fcb-91df-c0d7148df867" providerId="ADAL" clId="{299F01FD-CDC1-4794-90AB-DF2ECEDB7A73}" dt="2023-05-25T18:57:14.125" v="1316" actId="6549"/>
          <ac:spMkLst>
            <pc:docMk/>
            <pc:sldMk cId="3056370510" sldId="265"/>
            <ac:spMk id="5" creationId="{1D8B62A5-CAF7-DA8F-08AD-5FAC2C84E8EB}"/>
          </ac:spMkLst>
        </pc:spChg>
      </pc:sldChg>
      <pc:sldChg chg="addSp delSp modSp mod">
        <pc:chgData name="Fejdasz, Kayla" userId="c03447ce-3ff7-4fcb-91df-c0d7148df867" providerId="ADAL" clId="{299F01FD-CDC1-4794-90AB-DF2ECEDB7A73}" dt="2023-06-06T15:01:03.041" v="6435" actId="14100"/>
        <pc:sldMkLst>
          <pc:docMk/>
          <pc:sldMk cId="1277073223" sldId="266"/>
        </pc:sldMkLst>
        <pc:spChg chg="mod">
          <ac:chgData name="Fejdasz, Kayla" userId="c03447ce-3ff7-4fcb-91df-c0d7148df867" providerId="ADAL" clId="{299F01FD-CDC1-4794-90AB-DF2ECEDB7A73}" dt="2023-06-06T14:57:58.455" v="6386" actId="14100"/>
          <ac:spMkLst>
            <pc:docMk/>
            <pc:sldMk cId="1277073223" sldId="266"/>
            <ac:spMk id="4" creationId="{5C3130C1-C1D2-5514-76F0-DDF764D06147}"/>
          </ac:spMkLst>
        </pc:spChg>
        <pc:spChg chg="mod">
          <ac:chgData name="Fejdasz, Kayla" userId="c03447ce-3ff7-4fcb-91df-c0d7148df867" providerId="ADAL" clId="{299F01FD-CDC1-4794-90AB-DF2ECEDB7A73}" dt="2023-06-06T14:59:00.133" v="6402" actId="1076"/>
          <ac:spMkLst>
            <pc:docMk/>
            <pc:sldMk cId="1277073223" sldId="266"/>
            <ac:spMk id="5" creationId="{51E5BF24-0F75-7190-8C9E-8A82A22608ED}"/>
          </ac:spMkLst>
        </pc:spChg>
        <pc:spChg chg="mod">
          <ac:chgData name="Fejdasz, Kayla" userId="c03447ce-3ff7-4fcb-91df-c0d7148df867" providerId="ADAL" clId="{299F01FD-CDC1-4794-90AB-DF2ECEDB7A73}" dt="2023-06-06T15:00:07.936" v="6422" actId="1076"/>
          <ac:spMkLst>
            <pc:docMk/>
            <pc:sldMk cId="1277073223" sldId="266"/>
            <ac:spMk id="6" creationId="{DBFF0A62-047F-C7E4-734A-B4391B671A21}"/>
          </ac:spMkLst>
        </pc:spChg>
        <pc:spChg chg="del mod">
          <ac:chgData name="Fejdasz, Kayla" userId="c03447ce-3ff7-4fcb-91df-c0d7148df867" providerId="ADAL" clId="{299F01FD-CDC1-4794-90AB-DF2ECEDB7A73}" dt="2023-06-06T14:58:19.673" v="6389" actId="478"/>
          <ac:spMkLst>
            <pc:docMk/>
            <pc:sldMk cId="1277073223" sldId="266"/>
            <ac:spMk id="7" creationId="{E195AC17-70AC-5F42-3DB0-8E823205AFD4}"/>
          </ac:spMkLst>
        </pc:spChg>
        <pc:spChg chg="mod">
          <ac:chgData name="Fejdasz, Kayla" userId="c03447ce-3ff7-4fcb-91df-c0d7148df867" providerId="ADAL" clId="{299F01FD-CDC1-4794-90AB-DF2ECEDB7A73}" dt="2023-06-06T15:00:17.769" v="6426" actId="1076"/>
          <ac:spMkLst>
            <pc:docMk/>
            <pc:sldMk cId="1277073223" sldId="266"/>
            <ac:spMk id="11" creationId="{3F9F3536-8C42-26E0-2CE8-8D62057BDC3F}"/>
          </ac:spMkLst>
        </pc:spChg>
        <pc:spChg chg="mod">
          <ac:chgData name="Fejdasz, Kayla" userId="c03447ce-3ff7-4fcb-91df-c0d7148df867" providerId="ADAL" clId="{299F01FD-CDC1-4794-90AB-DF2ECEDB7A73}" dt="2023-06-06T14:59:50.984" v="6415" actId="1076"/>
          <ac:spMkLst>
            <pc:docMk/>
            <pc:sldMk cId="1277073223" sldId="266"/>
            <ac:spMk id="12" creationId="{2635EBA5-264F-A4E5-3722-0EB486DB843E}"/>
          </ac:spMkLst>
        </pc:spChg>
        <pc:spChg chg="mod">
          <ac:chgData name="Fejdasz, Kayla" userId="c03447ce-3ff7-4fcb-91df-c0d7148df867" providerId="ADAL" clId="{299F01FD-CDC1-4794-90AB-DF2ECEDB7A73}" dt="2023-06-06T14:59:41.480" v="6413" actId="1076"/>
          <ac:spMkLst>
            <pc:docMk/>
            <pc:sldMk cId="1277073223" sldId="266"/>
            <ac:spMk id="13" creationId="{AEDEE1FA-ABA7-3648-2FE7-2E22B26020AA}"/>
          </ac:spMkLst>
        </pc:spChg>
        <pc:spChg chg="del mod">
          <ac:chgData name="Fejdasz, Kayla" userId="c03447ce-3ff7-4fcb-91df-c0d7148df867" providerId="ADAL" clId="{299F01FD-CDC1-4794-90AB-DF2ECEDB7A73}" dt="2023-06-06T14:58:16.541" v="6388" actId="478"/>
          <ac:spMkLst>
            <pc:docMk/>
            <pc:sldMk cId="1277073223" sldId="266"/>
            <ac:spMk id="14" creationId="{8396E9FF-5F8B-43DB-1CF8-1A60B7140E27}"/>
          </ac:spMkLst>
        </pc:spChg>
        <pc:spChg chg="mod">
          <ac:chgData name="Fejdasz, Kayla" userId="c03447ce-3ff7-4fcb-91df-c0d7148df867" providerId="ADAL" clId="{299F01FD-CDC1-4794-90AB-DF2ECEDB7A73}" dt="2023-06-06T15:00:20.976" v="6427" actId="1076"/>
          <ac:spMkLst>
            <pc:docMk/>
            <pc:sldMk cId="1277073223" sldId="266"/>
            <ac:spMk id="15" creationId="{E1D11F32-F7B4-22CE-B974-B5CF6AC13841}"/>
          </ac:spMkLst>
        </pc:spChg>
        <pc:spChg chg="mod">
          <ac:chgData name="Fejdasz, Kayla" userId="c03447ce-3ff7-4fcb-91df-c0d7148df867" providerId="ADAL" clId="{299F01FD-CDC1-4794-90AB-DF2ECEDB7A73}" dt="2023-06-06T15:00:33.192" v="6429" actId="1076"/>
          <ac:spMkLst>
            <pc:docMk/>
            <pc:sldMk cId="1277073223" sldId="266"/>
            <ac:spMk id="19" creationId="{3D74B603-EF63-26CE-F334-415D4E306A37}"/>
          </ac:spMkLst>
        </pc:spChg>
        <pc:cxnChg chg="add del mod">
          <ac:chgData name="Fejdasz, Kayla" userId="c03447ce-3ff7-4fcb-91df-c0d7148df867" providerId="ADAL" clId="{299F01FD-CDC1-4794-90AB-DF2ECEDB7A73}" dt="2023-06-06T14:56:15.800" v="6367" actId="478"/>
          <ac:cxnSpMkLst>
            <pc:docMk/>
            <pc:sldMk cId="1277073223" sldId="266"/>
            <ac:cxnSpMk id="8" creationId="{86A4879F-13EC-5FAE-38FB-FF398F4AA5F8}"/>
          </ac:cxnSpMkLst>
        </pc:cxnChg>
        <pc:cxnChg chg="add del mod">
          <ac:chgData name="Fejdasz, Kayla" userId="c03447ce-3ff7-4fcb-91df-c0d7148df867" providerId="ADAL" clId="{299F01FD-CDC1-4794-90AB-DF2ECEDB7A73}" dt="2023-06-06T14:56:13.645" v="6365" actId="478"/>
          <ac:cxnSpMkLst>
            <pc:docMk/>
            <pc:sldMk cId="1277073223" sldId="266"/>
            <ac:cxnSpMk id="9" creationId="{54312E8A-A435-E4CD-86CB-E110CDBDC098}"/>
          </ac:cxnSpMkLst>
        </pc:cxnChg>
        <pc:cxnChg chg="add del mod">
          <ac:chgData name="Fejdasz, Kayla" userId="c03447ce-3ff7-4fcb-91df-c0d7148df867" providerId="ADAL" clId="{299F01FD-CDC1-4794-90AB-DF2ECEDB7A73}" dt="2023-06-06T14:56:14.943" v="6366" actId="478"/>
          <ac:cxnSpMkLst>
            <pc:docMk/>
            <pc:sldMk cId="1277073223" sldId="266"/>
            <ac:cxnSpMk id="16" creationId="{E3B44E7B-9876-3A80-F570-41F0396FFA8D}"/>
          </ac:cxnSpMkLst>
        </pc:cxnChg>
        <pc:cxnChg chg="mod">
          <ac:chgData name="Fejdasz, Kayla" userId="c03447ce-3ff7-4fcb-91df-c0d7148df867" providerId="ADAL" clId="{299F01FD-CDC1-4794-90AB-DF2ECEDB7A73}" dt="2023-06-06T15:00:48.784" v="6431" actId="14100"/>
          <ac:cxnSpMkLst>
            <pc:docMk/>
            <pc:sldMk cId="1277073223" sldId="266"/>
            <ac:cxnSpMk id="18" creationId="{C69FC274-B137-4893-C943-3F9E055A316E}"/>
          </ac:cxnSpMkLst>
        </pc:cxnChg>
        <pc:cxnChg chg="add del mod">
          <ac:chgData name="Fejdasz, Kayla" userId="c03447ce-3ff7-4fcb-91df-c0d7148df867" providerId="ADAL" clId="{299F01FD-CDC1-4794-90AB-DF2ECEDB7A73}" dt="2023-05-25T19:05:03.625" v="1510" actId="478"/>
          <ac:cxnSpMkLst>
            <pc:docMk/>
            <pc:sldMk cId="1277073223" sldId="266"/>
            <ac:cxnSpMk id="20" creationId="{01BB381C-15E6-A99B-55EB-5572BCAB7968}"/>
          </ac:cxnSpMkLst>
        </pc:cxnChg>
        <pc:cxnChg chg="add del mod">
          <ac:chgData name="Fejdasz, Kayla" userId="c03447ce-3ff7-4fcb-91df-c0d7148df867" providerId="ADAL" clId="{299F01FD-CDC1-4794-90AB-DF2ECEDB7A73}" dt="2023-05-25T19:05:04.418" v="1511" actId="478"/>
          <ac:cxnSpMkLst>
            <pc:docMk/>
            <pc:sldMk cId="1277073223" sldId="266"/>
            <ac:cxnSpMk id="21" creationId="{23E2F785-9C9E-FDA1-57D0-520BB4734C84}"/>
          </ac:cxnSpMkLst>
        </pc:cxnChg>
        <pc:cxnChg chg="mod">
          <ac:chgData name="Fejdasz, Kayla" userId="c03447ce-3ff7-4fcb-91df-c0d7148df867" providerId="ADAL" clId="{299F01FD-CDC1-4794-90AB-DF2ECEDB7A73}" dt="2023-06-06T15:01:03.041" v="6435" actId="14100"/>
          <ac:cxnSpMkLst>
            <pc:docMk/>
            <pc:sldMk cId="1277073223" sldId="266"/>
            <ac:cxnSpMk id="22" creationId="{3E1A3FE8-41F1-6589-6459-10CA720ADDFC}"/>
          </ac:cxnSpMkLst>
        </pc:cxnChg>
        <pc:cxnChg chg="add del mod">
          <ac:chgData name="Fejdasz, Kayla" userId="c03447ce-3ff7-4fcb-91df-c0d7148df867" providerId="ADAL" clId="{299F01FD-CDC1-4794-90AB-DF2ECEDB7A73}" dt="2023-06-06T14:57:21.913" v="6377" actId="478"/>
          <ac:cxnSpMkLst>
            <pc:docMk/>
            <pc:sldMk cId="1277073223" sldId="266"/>
            <ac:cxnSpMk id="23" creationId="{564479CF-B0E7-9C21-709D-9A861C82BCB1}"/>
          </ac:cxnSpMkLst>
        </pc:cxnChg>
        <pc:cxnChg chg="del mod">
          <ac:chgData name="Fejdasz, Kayla" userId="c03447ce-3ff7-4fcb-91df-c0d7148df867" providerId="ADAL" clId="{299F01FD-CDC1-4794-90AB-DF2ECEDB7A73}" dt="2023-06-06T14:56:16.907" v="6368" actId="478"/>
          <ac:cxnSpMkLst>
            <pc:docMk/>
            <pc:sldMk cId="1277073223" sldId="266"/>
            <ac:cxnSpMk id="26" creationId="{97618D0D-6E26-8B29-E1C0-FC43B0473AA8}"/>
          </ac:cxnSpMkLst>
        </pc:cxnChg>
        <pc:cxnChg chg="mod">
          <ac:chgData name="Fejdasz, Kayla" userId="c03447ce-3ff7-4fcb-91df-c0d7148df867" providerId="ADAL" clId="{299F01FD-CDC1-4794-90AB-DF2ECEDB7A73}" dt="2023-06-06T15:01:00.944" v="6434" actId="14100"/>
          <ac:cxnSpMkLst>
            <pc:docMk/>
            <pc:sldMk cId="1277073223" sldId="266"/>
            <ac:cxnSpMk id="31" creationId="{4341E66E-0E4D-7887-F22F-6AEE7BB47109}"/>
          </ac:cxnSpMkLst>
        </pc:cxnChg>
        <pc:cxnChg chg="add del mod">
          <ac:chgData name="Fejdasz, Kayla" userId="c03447ce-3ff7-4fcb-91df-c0d7148df867" providerId="ADAL" clId="{299F01FD-CDC1-4794-90AB-DF2ECEDB7A73}" dt="2023-06-06T15:00:54.990" v="6433" actId="14100"/>
          <ac:cxnSpMkLst>
            <pc:docMk/>
            <pc:sldMk cId="1277073223" sldId="266"/>
            <ac:cxnSpMk id="38" creationId="{F3BACB72-1A30-62DB-ABA3-C4BD30412D3A}"/>
          </ac:cxnSpMkLst>
        </pc:cxnChg>
        <pc:cxnChg chg="add del mod">
          <ac:chgData name="Fejdasz, Kayla" userId="c03447ce-3ff7-4fcb-91df-c0d7148df867" providerId="ADAL" clId="{299F01FD-CDC1-4794-90AB-DF2ECEDB7A73}" dt="2023-06-06T14:57:20.825" v="6376" actId="478"/>
          <ac:cxnSpMkLst>
            <pc:docMk/>
            <pc:sldMk cId="1277073223" sldId="266"/>
            <ac:cxnSpMk id="43" creationId="{1D9621AB-8C1B-20E0-6C37-254A57D7D6D8}"/>
          </ac:cxnSpMkLst>
        </pc:cxnChg>
        <pc:cxnChg chg="add del mod">
          <ac:chgData name="Fejdasz, Kayla" userId="c03447ce-3ff7-4fcb-91df-c0d7148df867" providerId="ADAL" clId="{299F01FD-CDC1-4794-90AB-DF2ECEDB7A73}" dt="2023-06-06T14:57:22.762" v="6378" actId="478"/>
          <ac:cxnSpMkLst>
            <pc:docMk/>
            <pc:sldMk cId="1277073223" sldId="266"/>
            <ac:cxnSpMk id="44" creationId="{CAC76364-1D17-A2F1-A40B-B9AB9C700151}"/>
          </ac:cxnSpMkLst>
        </pc:cxnChg>
        <pc:cxnChg chg="del mod">
          <ac:chgData name="Fejdasz, Kayla" userId="c03447ce-3ff7-4fcb-91df-c0d7148df867" providerId="ADAL" clId="{299F01FD-CDC1-4794-90AB-DF2ECEDB7A73}" dt="2023-06-06T14:59:56.335" v="6417" actId="478"/>
          <ac:cxnSpMkLst>
            <pc:docMk/>
            <pc:sldMk cId="1277073223" sldId="266"/>
            <ac:cxnSpMk id="45" creationId="{A937A7AF-91F6-0888-8233-6DD48C52B848}"/>
          </ac:cxnSpMkLst>
        </pc:cxnChg>
        <pc:cxnChg chg="add del mod">
          <ac:chgData name="Fejdasz, Kayla" userId="c03447ce-3ff7-4fcb-91df-c0d7148df867" providerId="ADAL" clId="{299F01FD-CDC1-4794-90AB-DF2ECEDB7A73}" dt="2023-06-06T15:00:05.087" v="6421" actId="1076"/>
          <ac:cxnSpMkLst>
            <pc:docMk/>
            <pc:sldMk cId="1277073223" sldId="266"/>
            <ac:cxnSpMk id="46" creationId="{9B4E93B5-2B42-6216-B3DB-150B4F8C6792}"/>
          </ac:cxnSpMkLst>
        </pc:cxnChg>
        <pc:cxnChg chg="add del mod">
          <ac:chgData name="Fejdasz, Kayla" userId="c03447ce-3ff7-4fcb-91df-c0d7148df867" providerId="ADAL" clId="{299F01FD-CDC1-4794-90AB-DF2ECEDB7A73}" dt="2023-06-06T15:00:02.528" v="6420" actId="1076"/>
          <ac:cxnSpMkLst>
            <pc:docMk/>
            <pc:sldMk cId="1277073223" sldId="266"/>
            <ac:cxnSpMk id="47" creationId="{1B6CC38E-A33B-2957-FD60-7208E192980E}"/>
          </ac:cxnSpMkLst>
        </pc:cxnChg>
        <pc:cxnChg chg="add del mod">
          <ac:chgData name="Fejdasz, Kayla" userId="c03447ce-3ff7-4fcb-91df-c0d7148df867" providerId="ADAL" clId="{299F01FD-CDC1-4794-90AB-DF2ECEDB7A73}" dt="2023-06-06T15:00:00.704" v="6419" actId="1076"/>
          <ac:cxnSpMkLst>
            <pc:docMk/>
            <pc:sldMk cId="1277073223" sldId="266"/>
            <ac:cxnSpMk id="49" creationId="{B0BEF803-ADDD-4649-863F-7361E2C2AA3C}"/>
          </ac:cxnSpMkLst>
        </pc:cxnChg>
        <pc:cxnChg chg="add del mod">
          <ac:chgData name="Fejdasz, Kayla" userId="c03447ce-3ff7-4fcb-91df-c0d7148df867" providerId="ADAL" clId="{299F01FD-CDC1-4794-90AB-DF2ECEDB7A73}" dt="2023-06-06T15:00:11.033" v="6424" actId="478"/>
          <ac:cxnSpMkLst>
            <pc:docMk/>
            <pc:sldMk cId="1277073223" sldId="266"/>
            <ac:cxnSpMk id="50" creationId="{F02E2208-57A9-DDE7-A695-4B3F9E62CDE4}"/>
          </ac:cxnSpMkLst>
        </pc:cxnChg>
        <pc:cxnChg chg="add del mod">
          <ac:chgData name="Fejdasz, Kayla" userId="c03447ce-3ff7-4fcb-91df-c0d7148df867" providerId="ADAL" clId="{299F01FD-CDC1-4794-90AB-DF2ECEDB7A73}" dt="2023-05-26T12:45:03.689" v="1605" actId="478"/>
          <ac:cxnSpMkLst>
            <pc:docMk/>
            <pc:sldMk cId="1277073223" sldId="266"/>
            <ac:cxnSpMk id="51" creationId="{167DBB50-3C65-55BF-F3D9-9D50BDA1004F}"/>
          </ac:cxnSpMkLst>
        </pc:cxnChg>
        <pc:cxnChg chg="add del mod">
          <ac:chgData name="Fejdasz, Kayla" userId="c03447ce-3ff7-4fcb-91df-c0d7148df867" providerId="ADAL" clId="{299F01FD-CDC1-4794-90AB-DF2ECEDB7A73}" dt="2023-06-06T15:00:09.916" v="6423" actId="478"/>
          <ac:cxnSpMkLst>
            <pc:docMk/>
            <pc:sldMk cId="1277073223" sldId="266"/>
            <ac:cxnSpMk id="52" creationId="{56F68A88-6621-49FA-52D0-FCE3D8DB088C}"/>
          </ac:cxnSpMkLst>
        </pc:cxnChg>
        <pc:cxnChg chg="add del mod">
          <ac:chgData name="Fejdasz, Kayla" userId="c03447ce-3ff7-4fcb-91df-c0d7148df867" providerId="ADAL" clId="{299F01FD-CDC1-4794-90AB-DF2ECEDB7A73}" dt="2023-06-06T15:00:11.517" v="6425" actId="478"/>
          <ac:cxnSpMkLst>
            <pc:docMk/>
            <pc:sldMk cId="1277073223" sldId="266"/>
            <ac:cxnSpMk id="53" creationId="{3DD373C7-7AFC-91DC-A442-6C909B61BB10}"/>
          </ac:cxnSpMkLst>
        </pc:cxnChg>
      </pc:sldChg>
      <pc:sldChg chg="delSp modSp mod ord">
        <pc:chgData name="Fejdasz, Kayla" userId="c03447ce-3ff7-4fcb-91df-c0d7148df867" providerId="ADAL" clId="{299F01FD-CDC1-4794-90AB-DF2ECEDB7A73}" dt="2023-05-26T16:46:43.884" v="1957" actId="1076"/>
        <pc:sldMkLst>
          <pc:docMk/>
          <pc:sldMk cId="1696760537" sldId="270"/>
        </pc:sldMkLst>
        <pc:spChg chg="mod">
          <ac:chgData name="Fejdasz, Kayla" userId="c03447ce-3ff7-4fcb-91df-c0d7148df867" providerId="ADAL" clId="{299F01FD-CDC1-4794-90AB-DF2ECEDB7A73}" dt="2023-05-26T16:46:23.663" v="1955" actId="27636"/>
          <ac:spMkLst>
            <pc:docMk/>
            <pc:sldMk cId="1696760537" sldId="270"/>
            <ac:spMk id="2" creationId="{B07F7BBF-03E8-2C23-302A-6C9602879203}"/>
          </ac:spMkLst>
        </pc:spChg>
        <pc:spChg chg="del mod">
          <ac:chgData name="Fejdasz, Kayla" userId="c03447ce-3ff7-4fcb-91df-c0d7148df867" providerId="ADAL" clId="{299F01FD-CDC1-4794-90AB-DF2ECEDB7A73}" dt="2023-05-26T13:18:04.020" v="1666" actId="478"/>
          <ac:spMkLst>
            <pc:docMk/>
            <pc:sldMk cId="1696760537" sldId="270"/>
            <ac:spMk id="3" creationId="{F22D5F54-90D2-D59C-0B9A-FC387FAEF1A7}"/>
          </ac:spMkLst>
        </pc:spChg>
        <pc:spChg chg="mod">
          <ac:chgData name="Fejdasz, Kayla" userId="c03447ce-3ff7-4fcb-91df-c0d7148df867" providerId="ADAL" clId="{299F01FD-CDC1-4794-90AB-DF2ECEDB7A73}" dt="2023-05-26T16:46:43.884" v="1957" actId="1076"/>
          <ac:spMkLst>
            <pc:docMk/>
            <pc:sldMk cId="1696760537" sldId="270"/>
            <ac:spMk id="4" creationId="{D3F1B8E2-2F32-2061-F50E-0B1D6E6209DF}"/>
          </ac:spMkLst>
        </pc:spChg>
        <pc:spChg chg="mod">
          <ac:chgData name="Fejdasz, Kayla" userId="c03447ce-3ff7-4fcb-91df-c0d7148df867" providerId="ADAL" clId="{299F01FD-CDC1-4794-90AB-DF2ECEDB7A73}" dt="2023-05-26T16:45:54.588" v="1948" actId="14100"/>
          <ac:spMkLst>
            <pc:docMk/>
            <pc:sldMk cId="1696760537" sldId="270"/>
            <ac:spMk id="5" creationId="{468B852A-32EF-6B1E-B4D7-1EFB8581EB20}"/>
          </ac:spMkLst>
        </pc:spChg>
        <pc:spChg chg="mod">
          <ac:chgData name="Fejdasz, Kayla" userId="c03447ce-3ff7-4fcb-91df-c0d7148df867" providerId="ADAL" clId="{299F01FD-CDC1-4794-90AB-DF2ECEDB7A73}" dt="2023-05-26T16:46:37.764" v="1956" actId="1076"/>
          <ac:spMkLst>
            <pc:docMk/>
            <pc:sldMk cId="1696760537" sldId="270"/>
            <ac:spMk id="6" creationId="{2BF6A380-B2ED-72B3-89F0-D340F2359286}"/>
          </ac:spMkLst>
        </pc:spChg>
        <pc:spChg chg="del">
          <ac:chgData name="Fejdasz, Kayla" userId="c03447ce-3ff7-4fcb-91df-c0d7148df867" providerId="ADAL" clId="{299F01FD-CDC1-4794-90AB-DF2ECEDB7A73}" dt="2023-05-26T14:13:56.331" v="1727" actId="478"/>
          <ac:spMkLst>
            <pc:docMk/>
            <pc:sldMk cId="1696760537" sldId="270"/>
            <ac:spMk id="8" creationId="{2F03992E-7CDA-1B86-0E8F-9B65719FDAE6}"/>
          </ac:spMkLst>
        </pc:spChg>
        <pc:spChg chg="del">
          <ac:chgData name="Fejdasz, Kayla" userId="c03447ce-3ff7-4fcb-91df-c0d7148df867" providerId="ADAL" clId="{299F01FD-CDC1-4794-90AB-DF2ECEDB7A73}" dt="2023-05-26T14:13:59.809" v="1728" actId="478"/>
          <ac:spMkLst>
            <pc:docMk/>
            <pc:sldMk cId="1696760537" sldId="270"/>
            <ac:spMk id="9" creationId="{2183F146-6B2F-CF0A-5BBE-3CFD3FEB4E90}"/>
          </ac:spMkLst>
        </pc:spChg>
      </pc:sldChg>
      <pc:sldChg chg="modSp mod ord">
        <pc:chgData name="Fejdasz, Kayla" userId="c03447ce-3ff7-4fcb-91df-c0d7148df867" providerId="ADAL" clId="{299F01FD-CDC1-4794-90AB-DF2ECEDB7A73}" dt="2023-05-26T18:04:04.326" v="2731" actId="27636"/>
        <pc:sldMkLst>
          <pc:docMk/>
          <pc:sldMk cId="666750586" sldId="272"/>
        </pc:sldMkLst>
        <pc:spChg chg="mod">
          <ac:chgData name="Fejdasz, Kayla" userId="c03447ce-3ff7-4fcb-91df-c0d7148df867" providerId="ADAL" clId="{299F01FD-CDC1-4794-90AB-DF2ECEDB7A73}" dt="2023-05-26T16:48:50.339" v="1991" actId="1076"/>
          <ac:spMkLst>
            <pc:docMk/>
            <pc:sldMk cId="666750586" sldId="272"/>
            <ac:spMk id="2" creationId="{964A6A1F-E180-469E-AAC1-916AFCB06DFD}"/>
          </ac:spMkLst>
        </pc:spChg>
        <pc:spChg chg="mod">
          <ac:chgData name="Fejdasz, Kayla" userId="c03447ce-3ff7-4fcb-91df-c0d7148df867" providerId="ADAL" clId="{299F01FD-CDC1-4794-90AB-DF2ECEDB7A73}" dt="2023-05-26T18:04:04.326" v="2731" actId="27636"/>
          <ac:spMkLst>
            <pc:docMk/>
            <pc:sldMk cId="666750586" sldId="272"/>
            <ac:spMk id="3" creationId="{1E3E736E-02FD-5C00-7E1F-0B7E4E121E12}"/>
          </ac:spMkLst>
        </pc:spChg>
        <pc:spChg chg="mod">
          <ac:chgData name="Fejdasz, Kayla" userId="c03447ce-3ff7-4fcb-91df-c0d7148df867" providerId="ADAL" clId="{299F01FD-CDC1-4794-90AB-DF2ECEDB7A73}" dt="2023-05-26T16:48:52.348" v="1992" actId="14100"/>
          <ac:spMkLst>
            <pc:docMk/>
            <pc:sldMk cId="666750586" sldId="272"/>
            <ac:spMk id="4" creationId="{2AC7514F-3A8B-FC66-886A-105E74F5A771}"/>
          </ac:spMkLst>
        </pc:spChg>
        <pc:spChg chg="mod">
          <ac:chgData name="Fejdasz, Kayla" userId="c03447ce-3ff7-4fcb-91df-c0d7148df867" providerId="ADAL" clId="{299F01FD-CDC1-4794-90AB-DF2ECEDB7A73}" dt="2023-05-26T16:48:57.067" v="1993" actId="1076"/>
          <ac:spMkLst>
            <pc:docMk/>
            <pc:sldMk cId="666750586" sldId="272"/>
            <ac:spMk id="6" creationId="{7163A6A9-5C02-DCA8-F133-35F7733ED09D}"/>
          </ac:spMkLst>
        </pc:spChg>
      </pc:sldChg>
      <pc:sldChg chg="delSp modSp mod">
        <pc:chgData name="Fejdasz, Kayla" userId="c03447ce-3ff7-4fcb-91df-c0d7148df867" providerId="ADAL" clId="{299F01FD-CDC1-4794-90AB-DF2ECEDB7A73}" dt="2023-05-26T17:57:53.645" v="2576" actId="20577"/>
        <pc:sldMkLst>
          <pc:docMk/>
          <pc:sldMk cId="3752453531" sldId="273"/>
        </pc:sldMkLst>
        <pc:spChg chg="mod">
          <ac:chgData name="Fejdasz, Kayla" userId="c03447ce-3ff7-4fcb-91df-c0d7148df867" providerId="ADAL" clId="{299F01FD-CDC1-4794-90AB-DF2ECEDB7A73}" dt="2023-05-26T17:38:45.797" v="2001" actId="255"/>
          <ac:spMkLst>
            <pc:docMk/>
            <pc:sldMk cId="3752453531" sldId="273"/>
            <ac:spMk id="3" creationId="{509E700F-6E44-3DE7-7400-7C7AAB98CE92}"/>
          </ac:spMkLst>
        </pc:spChg>
        <pc:spChg chg="del mod">
          <ac:chgData name="Fejdasz, Kayla" userId="c03447ce-3ff7-4fcb-91df-c0d7148df867" providerId="ADAL" clId="{299F01FD-CDC1-4794-90AB-DF2ECEDB7A73}" dt="2023-05-26T16:42:40.458" v="1913" actId="478"/>
          <ac:spMkLst>
            <pc:docMk/>
            <pc:sldMk cId="3752453531" sldId="273"/>
            <ac:spMk id="4" creationId="{C6A632FB-A770-B474-962D-05AC73822053}"/>
          </ac:spMkLst>
        </pc:spChg>
        <pc:spChg chg="mod">
          <ac:chgData name="Fejdasz, Kayla" userId="c03447ce-3ff7-4fcb-91df-c0d7148df867" providerId="ADAL" clId="{299F01FD-CDC1-4794-90AB-DF2ECEDB7A73}" dt="2023-05-26T17:57:53.645" v="2576" actId="20577"/>
          <ac:spMkLst>
            <pc:docMk/>
            <pc:sldMk cId="3752453531" sldId="273"/>
            <ac:spMk id="5" creationId="{468B852A-32EF-6B1E-B4D7-1EFB8581EB20}"/>
          </ac:spMkLst>
        </pc:spChg>
        <pc:spChg chg="mod">
          <ac:chgData name="Fejdasz, Kayla" userId="c03447ce-3ff7-4fcb-91df-c0d7148df867" providerId="ADAL" clId="{299F01FD-CDC1-4794-90AB-DF2ECEDB7A73}" dt="2023-05-26T17:39:39.151" v="2014" actId="948"/>
          <ac:spMkLst>
            <pc:docMk/>
            <pc:sldMk cId="3752453531" sldId="273"/>
            <ac:spMk id="6" creationId="{49D6E387-4C36-7671-A51A-FCE29B1B5571}"/>
          </ac:spMkLst>
        </pc:spChg>
        <pc:spChg chg="del mod">
          <ac:chgData name="Fejdasz, Kayla" userId="c03447ce-3ff7-4fcb-91df-c0d7148df867" providerId="ADAL" clId="{299F01FD-CDC1-4794-90AB-DF2ECEDB7A73}" dt="2023-05-26T16:40:36.634" v="1909" actId="478"/>
          <ac:spMkLst>
            <pc:docMk/>
            <pc:sldMk cId="3752453531" sldId="273"/>
            <ac:spMk id="7" creationId="{9DD2D0C3-EDC3-322F-8811-BB371AD82DF7}"/>
          </ac:spMkLst>
        </pc:spChg>
        <pc:spChg chg="del">
          <ac:chgData name="Fejdasz, Kayla" userId="c03447ce-3ff7-4fcb-91df-c0d7148df867" providerId="ADAL" clId="{299F01FD-CDC1-4794-90AB-DF2ECEDB7A73}" dt="2023-05-26T16:25:38.054" v="1846" actId="478"/>
          <ac:spMkLst>
            <pc:docMk/>
            <pc:sldMk cId="3752453531" sldId="273"/>
            <ac:spMk id="8" creationId="{EC215C34-C0C4-303D-E6A5-1E71E4BB0AC1}"/>
          </ac:spMkLst>
        </pc:spChg>
        <pc:spChg chg="mod">
          <ac:chgData name="Fejdasz, Kayla" userId="c03447ce-3ff7-4fcb-91df-c0d7148df867" providerId="ADAL" clId="{299F01FD-CDC1-4794-90AB-DF2ECEDB7A73}" dt="2023-05-26T17:49:08.319" v="2534" actId="5793"/>
          <ac:spMkLst>
            <pc:docMk/>
            <pc:sldMk cId="3752453531" sldId="273"/>
            <ac:spMk id="9" creationId="{A11A4F0C-1CA1-5640-F05A-5E8F4425735A}"/>
          </ac:spMkLst>
        </pc:spChg>
      </pc:sldChg>
      <pc:sldChg chg="modSp mod">
        <pc:chgData name="Fejdasz, Kayla" userId="c03447ce-3ff7-4fcb-91df-c0d7148df867" providerId="ADAL" clId="{299F01FD-CDC1-4794-90AB-DF2ECEDB7A73}" dt="2023-05-26T18:55:33.675" v="3289" actId="5793"/>
        <pc:sldMkLst>
          <pc:docMk/>
          <pc:sldMk cId="4266642623" sldId="275"/>
        </pc:sldMkLst>
        <pc:spChg chg="mod">
          <ac:chgData name="Fejdasz, Kayla" userId="c03447ce-3ff7-4fcb-91df-c0d7148df867" providerId="ADAL" clId="{299F01FD-CDC1-4794-90AB-DF2ECEDB7A73}" dt="2023-05-26T18:55:33.675" v="3289" actId="5793"/>
          <ac:spMkLst>
            <pc:docMk/>
            <pc:sldMk cId="4266642623" sldId="275"/>
            <ac:spMk id="3" creationId="{E8CC447A-EE98-AAA9-1D05-19E5CBB16F45}"/>
          </ac:spMkLst>
        </pc:spChg>
      </pc:sldChg>
      <pc:sldChg chg="modSp mod ord">
        <pc:chgData name="Fejdasz, Kayla" userId="c03447ce-3ff7-4fcb-91df-c0d7148df867" providerId="ADAL" clId="{299F01FD-CDC1-4794-90AB-DF2ECEDB7A73}" dt="2023-06-06T15:01:43.965" v="6468" actId="20577"/>
        <pc:sldMkLst>
          <pc:docMk/>
          <pc:sldMk cId="2534205391" sldId="276"/>
        </pc:sldMkLst>
        <pc:spChg chg="mod">
          <ac:chgData name="Fejdasz, Kayla" userId="c03447ce-3ff7-4fcb-91df-c0d7148df867" providerId="ADAL" clId="{299F01FD-CDC1-4794-90AB-DF2ECEDB7A73}" dt="2023-06-06T15:01:43.965" v="6468" actId="20577"/>
          <ac:spMkLst>
            <pc:docMk/>
            <pc:sldMk cId="2534205391" sldId="276"/>
            <ac:spMk id="3" creationId="{E8CC447A-EE98-AAA9-1D05-19E5CBB16F45}"/>
          </ac:spMkLst>
        </pc:spChg>
        <pc:spChg chg="mod">
          <ac:chgData name="Fejdasz, Kayla" userId="c03447ce-3ff7-4fcb-91df-c0d7148df867" providerId="ADAL" clId="{299F01FD-CDC1-4794-90AB-DF2ECEDB7A73}" dt="2023-05-26T18:55:23.567" v="3286" actId="20577"/>
          <ac:spMkLst>
            <pc:docMk/>
            <pc:sldMk cId="2534205391" sldId="276"/>
            <ac:spMk id="5" creationId="{468B852A-32EF-6B1E-B4D7-1EFB8581EB20}"/>
          </ac:spMkLst>
        </pc:spChg>
      </pc:sldChg>
      <pc:sldChg chg="modSp mod">
        <pc:chgData name="Fejdasz, Kayla" userId="c03447ce-3ff7-4fcb-91df-c0d7148df867" providerId="ADAL" clId="{299F01FD-CDC1-4794-90AB-DF2ECEDB7A73}" dt="2023-05-25T16:27:26.762" v="323" actId="14826"/>
        <pc:sldMkLst>
          <pc:docMk/>
          <pc:sldMk cId="1245139457" sldId="277"/>
        </pc:sldMkLst>
        <pc:spChg chg="mod">
          <ac:chgData name="Fejdasz, Kayla" userId="c03447ce-3ff7-4fcb-91df-c0d7148df867" providerId="ADAL" clId="{299F01FD-CDC1-4794-90AB-DF2ECEDB7A73}" dt="2023-05-25T16:27:02.106" v="322" actId="20577"/>
          <ac:spMkLst>
            <pc:docMk/>
            <pc:sldMk cId="1245139457" sldId="277"/>
            <ac:spMk id="3" creationId="{F7CFE162-2B72-DECB-B17E-7A2BA5626B69}"/>
          </ac:spMkLst>
        </pc:spChg>
        <pc:spChg chg="mod">
          <ac:chgData name="Fejdasz, Kayla" userId="c03447ce-3ff7-4fcb-91df-c0d7148df867" providerId="ADAL" clId="{299F01FD-CDC1-4794-90AB-DF2ECEDB7A73}" dt="2023-05-25T16:14:51.563" v="158" actId="20577"/>
          <ac:spMkLst>
            <pc:docMk/>
            <pc:sldMk cId="1245139457" sldId="277"/>
            <ac:spMk id="6" creationId="{C6F4B2F6-1299-CA17-A2EC-54FF9654EB06}"/>
          </ac:spMkLst>
        </pc:spChg>
        <pc:picChg chg="mod">
          <ac:chgData name="Fejdasz, Kayla" userId="c03447ce-3ff7-4fcb-91df-c0d7148df867" providerId="ADAL" clId="{299F01FD-CDC1-4794-90AB-DF2ECEDB7A73}" dt="2023-05-25T16:27:26.762" v="323" actId="14826"/>
          <ac:picMkLst>
            <pc:docMk/>
            <pc:sldMk cId="1245139457" sldId="277"/>
            <ac:picMk id="5" creationId="{9F95BC6D-1521-1A62-2F43-594381C2A3B1}"/>
          </ac:picMkLst>
        </pc:picChg>
      </pc:sldChg>
      <pc:sldChg chg="addSp delSp modSp add mod">
        <pc:chgData name="Fejdasz, Kayla" userId="c03447ce-3ff7-4fcb-91df-c0d7148df867" providerId="ADAL" clId="{299F01FD-CDC1-4794-90AB-DF2ECEDB7A73}" dt="2023-06-05T12:57:19.476" v="5458" actId="20577"/>
        <pc:sldMkLst>
          <pc:docMk/>
          <pc:sldMk cId="622925019" sldId="278"/>
        </pc:sldMkLst>
        <pc:spChg chg="mod">
          <ac:chgData name="Fejdasz, Kayla" userId="c03447ce-3ff7-4fcb-91df-c0d7148df867" providerId="ADAL" clId="{299F01FD-CDC1-4794-90AB-DF2ECEDB7A73}" dt="2023-05-29T17:56:06.916" v="3735" actId="20577"/>
          <ac:spMkLst>
            <pc:docMk/>
            <pc:sldMk cId="622925019" sldId="278"/>
            <ac:spMk id="173" creationId="{3F7F26C5-632D-DDD8-183A-2C64C77C744B}"/>
          </ac:spMkLst>
        </pc:spChg>
        <pc:spChg chg="mod">
          <ac:chgData name="Fejdasz, Kayla" userId="c03447ce-3ff7-4fcb-91df-c0d7148df867" providerId="ADAL" clId="{299F01FD-CDC1-4794-90AB-DF2ECEDB7A73}" dt="2023-05-29T20:41:38.480" v="5101" actId="14100"/>
          <ac:spMkLst>
            <pc:docMk/>
            <pc:sldMk cId="622925019" sldId="278"/>
            <ac:spMk id="179" creationId="{3C203E89-7A22-093E-B129-FC251119622D}"/>
          </ac:spMkLst>
        </pc:spChg>
        <pc:spChg chg="add del mod">
          <ac:chgData name="Fejdasz, Kayla" userId="c03447ce-3ff7-4fcb-91df-c0d7148df867" providerId="ADAL" clId="{299F01FD-CDC1-4794-90AB-DF2ECEDB7A73}" dt="2023-05-30T12:45:27.346" v="5142" actId="20577"/>
          <ac:spMkLst>
            <pc:docMk/>
            <pc:sldMk cId="622925019" sldId="278"/>
            <ac:spMk id="180" creationId="{27582B2C-3518-76FC-7DFF-6CA3ED83CCA9}"/>
          </ac:spMkLst>
        </pc:spChg>
        <pc:spChg chg="add del mod">
          <ac:chgData name="Fejdasz, Kayla" userId="c03447ce-3ff7-4fcb-91df-c0d7148df867" providerId="ADAL" clId="{299F01FD-CDC1-4794-90AB-DF2ECEDB7A73}" dt="2023-05-29T20:41:28.960" v="5099" actId="14100"/>
          <ac:spMkLst>
            <pc:docMk/>
            <pc:sldMk cId="622925019" sldId="278"/>
            <ac:spMk id="181" creationId="{D0810BD6-288B-932D-83A8-4A48272470FA}"/>
          </ac:spMkLst>
        </pc:spChg>
        <pc:spChg chg="mod">
          <ac:chgData name="Fejdasz, Kayla" userId="c03447ce-3ff7-4fcb-91df-c0d7148df867" providerId="ADAL" clId="{299F01FD-CDC1-4794-90AB-DF2ECEDB7A73}" dt="2023-05-29T20:41:32.951" v="5100" actId="1076"/>
          <ac:spMkLst>
            <pc:docMk/>
            <pc:sldMk cId="622925019" sldId="278"/>
            <ac:spMk id="182" creationId="{F1B063E6-A023-FE8B-BE28-B874FAFB4F80}"/>
          </ac:spMkLst>
        </pc:spChg>
        <pc:spChg chg="del">
          <ac:chgData name="Fejdasz, Kayla" userId="c03447ce-3ff7-4fcb-91df-c0d7148df867" providerId="ADAL" clId="{299F01FD-CDC1-4794-90AB-DF2ECEDB7A73}" dt="2023-05-29T20:40:50.297" v="5086" actId="478"/>
          <ac:spMkLst>
            <pc:docMk/>
            <pc:sldMk cId="622925019" sldId="278"/>
            <ac:spMk id="183" creationId="{3FD716A6-9474-1C35-F39F-3819F3BE7406}"/>
          </ac:spMkLst>
        </pc:spChg>
        <pc:spChg chg="mod">
          <ac:chgData name="Fejdasz, Kayla" userId="c03447ce-3ff7-4fcb-91df-c0d7148df867" providerId="ADAL" clId="{299F01FD-CDC1-4794-90AB-DF2ECEDB7A73}" dt="2023-06-05T12:57:19.476" v="5458" actId="20577"/>
          <ac:spMkLst>
            <pc:docMk/>
            <pc:sldMk cId="622925019" sldId="278"/>
            <ac:spMk id="184" creationId="{6D4A3B30-6024-F8BC-C99D-CFA77605D151}"/>
          </ac:spMkLst>
        </pc:spChg>
        <pc:spChg chg="del">
          <ac:chgData name="Fejdasz, Kayla" userId="c03447ce-3ff7-4fcb-91df-c0d7148df867" providerId="ADAL" clId="{299F01FD-CDC1-4794-90AB-DF2ECEDB7A73}" dt="2023-05-29T20:40:39.321" v="5080" actId="478"/>
          <ac:spMkLst>
            <pc:docMk/>
            <pc:sldMk cId="622925019" sldId="278"/>
            <ac:spMk id="185" creationId="{72F73396-FE1E-9327-116C-307515ACE0D5}"/>
          </ac:spMkLst>
        </pc:spChg>
        <pc:spChg chg="del mod">
          <ac:chgData name="Fejdasz, Kayla" userId="c03447ce-3ff7-4fcb-91df-c0d7148df867" providerId="ADAL" clId="{299F01FD-CDC1-4794-90AB-DF2ECEDB7A73}" dt="2023-05-29T20:40:38.137" v="5079" actId="478"/>
          <ac:spMkLst>
            <pc:docMk/>
            <pc:sldMk cId="622925019" sldId="278"/>
            <ac:spMk id="186" creationId="{5C2ACC82-3763-242C-E90A-459633A8EF08}"/>
          </ac:spMkLst>
        </pc:spChg>
        <pc:spChg chg="del">
          <ac:chgData name="Fejdasz, Kayla" userId="c03447ce-3ff7-4fcb-91df-c0d7148df867" providerId="ADAL" clId="{299F01FD-CDC1-4794-90AB-DF2ECEDB7A73}" dt="2023-05-29T20:40:45.801" v="5084" actId="478"/>
          <ac:spMkLst>
            <pc:docMk/>
            <pc:sldMk cId="622925019" sldId="278"/>
            <ac:spMk id="187" creationId="{94179762-3842-2E4B-DB8D-CA87A0141BA9}"/>
          </ac:spMkLst>
        </pc:spChg>
        <pc:spChg chg="mod">
          <ac:chgData name="Fejdasz, Kayla" userId="c03447ce-3ff7-4fcb-91df-c0d7148df867" providerId="ADAL" clId="{299F01FD-CDC1-4794-90AB-DF2ECEDB7A73}" dt="2023-06-05T12:54:11.719" v="5146"/>
          <ac:spMkLst>
            <pc:docMk/>
            <pc:sldMk cId="622925019" sldId="278"/>
            <ac:spMk id="188" creationId="{11CF0FE0-172D-2DDC-2021-98427E780148}"/>
          </ac:spMkLst>
        </pc:spChg>
        <pc:spChg chg="del">
          <ac:chgData name="Fejdasz, Kayla" userId="c03447ce-3ff7-4fcb-91df-c0d7148df867" providerId="ADAL" clId="{299F01FD-CDC1-4794-90AB-DF2ECEDB7A73}" dt="2023-05-29T20:40:40.744" v="5082" actId="478"/>
          <ac:spMkLst>
            <pc:docMk/>
            <pc:sldMk cId="622925019" sldId="278"/>
            <ac:spMk id="189" creationId="{D53809F8-608A-6D93-A12E-71BDD41E2F61}"/>
          </ac:spMkLst>
        </pc:spChg>
        <pc:spChg chg="del mod">
          <ac:chgData name="Fejdasz, Kayla" userId="c03447ce-3ff7-4fcb-91df-c0d7148df867" providerId="ADAL" clId="{299F01FD-CDC1-4794-90AB-DF2ECEDB7A73}" dt="2023-05-29T20:40:39.976" v="5081" actId="478"/>
          <ac:spMkLst>
            <pc:docMk/>
            <pc:sldMk cId="622925019" sldId="278"/>
            <ac:spMk id="190" creationId="{D50F87BB-A654-CFE3-E802-76DBD2A7B8C0}"/>
          </ac:spMkLst>
        </pc:spChg>
      </pc:sldChg>
      <pc:sldChg chg="modSp add mod ord">
        <pc:chgData name="Fejdasz, Kayla" userId="c03447ce-3ff7-4fcb-91df-c0d7148df867" providerId="ADAL" clId="{299F01FD-CDC1-4794-90AB-DF2ECEDB7A73}" dt="2023-05-30T12:44:53.395" v="5111" actId="20577"/>
        <pc:sldMkLst>
          <pc:docMk/>
          <pc:sldMk cId="2799462846" sldId="279"/>
        </pc:sldMkLst>
        <pc:spChg chg="mod">
          <ac:chgData name="Fejdasz, Kayla" userId="c03447ce-3ff7-4fcb-91df-c0d7148df867" providerId="ADAL" clId="{299F01FD-CDC1-4794-90AB-DF2ECEDB7A73}" dt="2023-05-29T17:55:45.355" v="3724"/>
          <ac:spMkLst>
            <pc:docMk/>
            <pc:sldMk cId="2799462846" sldId="279"/>
            <ac:spMk id="2" creationId="{057F7FE7-AF5C-5BF2-891D-EDC3FB61856F}"/>
          </ac:spMkLst>
        </pc:spChg>
        <pc:spChg chg="mod">
          <ac:chgData name="Fejdasz, Kayla" userId="c03447ce-3ff7-4fcb-91df-c0d7148df867" providerId="ADAL" clId="{299F01FD-CDC1-4794-90AB-DF2ECEDB7A73}" dt="2023-05-30T12:44:53.395" v="5111" actId="20577"/>
          <ac:spMkLst>
            <pc:docMk/>
            <pc:sldMk cId="2799462846" sldId="279"/>
            <ac:spMk id="3" creationId="{F7CFE162-2B72-DECB-B17E-7A2BA5626B69}"/>
          </ac:spMkLst>
        </pc:spChg>
        <pc:spChg chg="mod">
          <ac:chgData name="Fejdasz, Kayla" userId="c03447ce-3ff7-4fcb-91df-c0d7148df867" providerId="ADAL" clId="{299F01FD-CDC1-4794-90AB-DF2ECEDB7A73}" dt="2023-05-29T17:57:12.500" v="3942" actId="20577"/>
          <ac:spMkLst>
            <pc:docMk/>
            <pc:sldMk cId="2799462846" sldId="279"/>
            <ac:spMk id="4" creationId="{2B0F5887-39A2-95AB-1749-C7A849B9D95E}"/>
          </ac:spMkLst>
        </pc:spChg>
        <pc:spChg chg="mod">
          <ac:chgData name="Fejdasz, Kayla" userId="c03447ce-3ff7-4fcb-91df-c0d7148df867" providerId="ADAL" clId="{299F01FD-CDC1-4794-90AB-DF2ECEDB7A73}" dt="2023-05-29T17:57:34.954" v="4012" actId="14100"/>
          <ac:spMkLst>
            <pc:docMk/>
            <pc:sldMk cId="2799462846" sldId="279"/>
            <ac:spMk id="7" creationId="{224B0AA7-1BFA-7DBF-53DA-5E5F3AA24A17}"/>
          </ac:spMkLst>
        </pc:spChg>
        <pc:picChg chg="add mod">
          <ac:chgData name="Fejdasz, Kayla" userId="c03447ce-3ff7-4fcb-91df-c0d7148df867" providerId="ADAL" clId="{299F01FD-CDC1-4794-90AB-DF2ECEDB7A73}" dt="2023-05-29T18:13:39.070" v="4288" actId="1076"/>
          <ac:picMkLst>
            <pc:docMk/>
            <pc:sldMk cId="2799462846" sldId="279"/>
            <ac:picMk id="10" creationId="{29522E81-52DC-E2A2-266A-03CE0594A38B}"/>
          </ac:picMkLst>
        </pc:picChg>
      </pc:sldChg>
      <pc:sldChg chg="del">
        <pc:chgData name="Fejdasz, Kayla" userId="c03447ce-3ff7-4fcb-91df-c0d7148df867" providerId="ADAL" clId="{299F01FD-CDC1-4794-90AB-DF2ECEDB7A73}" dt="2023-06-06T14:50:36.806" v="6277" actId="47"/>
        <pc:sldMkLst>
          <pc:docMk/>
          <pc:sldMk cId="3309075521" sldId="281"/>
        </pc:sldMkLst>
      </pc:sldChg>
      <pc:sldChg chg="addSp delSp modSp mod">
        <pc:chgData name="Fejdasz, Kayla" userId="c03447ce-3ff7-4fcb-91df-c0d7148df867" providerId="ADAL" clId="{299F01FD-CDC1-4794-90AB-DF2ECEDB7A73}" dt="2023-06-06T16:11:45.893" v="6546" actId="20577"/>
        <pc:sldMkLst>
          <pc:docMk/>
          <pc:sldMk cId="683184710" sldId="282"/>
        </pc:sldMkLst>
        <pc:spChg chg="mod">
          <ac:chgData name="Fejdasz, Kayla" userId="c03447ce-3ff7-4fcb-91df-c0d7148df867" providerId="ADAL" clId="{299F01FD-CDC1-4794-90AB-DF2ECEDB7A73}" dt="2023-06-05T15:53:17.574" v="5471" actId="20577"/>
          <ac:spMkLst>
            <pc:docMk/>
            <pc:sldMk cId="683184710" sldId="282"/>
            <ac:spMk id="2" creationId="{D2DA3F5E-5657-4559-B316-42A9F0D93257}"/>
          </ac:spMkLst>
        </pc:spChg>
        <pc:spChg chg="mod">
          <ac:chgData name="Fejdasz, Kayla" userId="c03447ce-3ff7-4fcb-91df-c0d7148df867" providerId="ADAL" clId="{299F01FD-CDC1-4794-90AB-DF2ECEDB7A73}" dt="2023-06-06T14:17:29.941" v="5948"/>
          <ac:spMkLst>
            <pc:docMk/>
            <pc:sldMk cId="683184710" sldId="282"/>
            <ac:spMk id="3" creationId="{8A1F4D27-22C8-3401-54C2-4D4ABFEFED75}"/>
          </ac:spMkLst>
        </pc:spChg>
        <pc:spChg chg="add mod">
          <ac:chgData name="Fejdasz, Kayla" userId="c03447ce-3ff7-4fcb-91df-c0d7148df867" providerId="ADAL" clId="{299F01FD-CDC1-4794-90AB-DF2ECEDB7A73}" dt="2023-06-06T16:11:45.893" v="6546" actId="20577"/>
          <ac:spMkLst>
            <pc:docMk/>
            <pc:sldMk cId="683184710" sldId="282"/>
            <ac:spMk id="5" creationId="{046D975E-87C2-A54F-E965-DA767CC63EDE}"/>
          </ac:spMkLst>
        </pc:spChg>
        <pc:spChg chg="add mod">
          <ac:chgData name="Fejdasz, Kayla" userId="c03447ce-3ff7-4fcb-91df-c0d7148df867" providerId="ADAL" clId="{299F01FD-CDC1-4794-90AB-DF2ECEDB7A73}" dt="2023-06-06T14:50:10.201" v="6273" actId="1076"/>
          <ac:spMkLst>
            <pc:docMk/>
            <pc:sldMk cId="683184710" sldId="282"/>
            <ac:spMk id="7" creationId="{89B77419-BFC5-3900-30BD-1244233B758F}"/>
          </ac:spMkLst>
        </pc:spChg>
        <pc:spChg chg="add del mod">
          <ac:chgData name="Fejdasz, Kayla" userId="c03447ce-3ff7-4fcb-91df-c0d7148df867" providerId="ADAL" clId="{299F01FD-CDC1-4794-90AB-DF2ECEDB7A73}" dt="2023-06-06T14:51:28.933" v="6342"/>
          <ac:spMkLst>
            <pc:docMk/>
            <pc:sldMk cId="683184710" sldId="282"/>
            <ac:spMk id="9" creationId="{1993C258-7D36-E9D4-E161-1308FADCAEFA}"/>
          </ac:spMkLst>
        </pc:spChg>
        <pc:spChg chg="add del mod">
          <ac:chgData name="Fejdasz, Kayla" userId="c03447ce-3ff7-4fcb-91df-c0d7148df867" providerId="ADAL" clId="{299F01FD-CDC1-4794-90AB-DF2ECEDB7A73}" dt="2023-06-06T14:48:50.010" v="6235" actId="478"/>
          <ac:spMkLst>
            <pc:docMk/>
            <pc:sldMk cId="683184710" sldId="282"/>
            <ac:spMk id="11" creationId="{A399C0DD-A404-AA87-613A-3E0A1FBD052B}"/>
          </ac:spMkLst>
        </pc:spChg>
      </pc:sldChg>
      <pc:sldChg chg="del">
        <pc:chgData name="Fejdasz, Kayla" userId="c03447ce-3ff7-4fcb-91df-c0d7148df867" providerId="ADAL" clId="{299F01FD-CDC1-4794-90AB-DF2ECEDB7A73}" dt="2023-06-06T14:51:54.585" v="6346" actId="47"/>
        <pc:sldMkLst>
          <pc:docMk/>
          <pc:sldMk cId="2381497491" sldId="283"/>
        </pc:sldMkLst>
      </pc:sldChg>
      <pc:sldChg chg="del">
        <pc:chgData name="Fejdasz, Kayla" userId="c03447ce-3ff7-4fcb-91df-c0d7148df867" providerId="ADAL" clId="{299F01FD-CDC1-4794-90AB-DF2ECEDB7A73}" dt="2023-06-06T14:51:56.219" v="6347" actId="47"/>
        <pc:sldMkLst>
          <pc:docMk/>
          <pc:sldMk cId="3054508154" sldId="284"/>
        </pc:sldMkLst>
      </pc:sldChg>
      <pc:sldChg chg="add del">
        <pc:chgData name="Fejdasz, Kayla" userId="c03447ce-3ff7-4fcb-91df-c0d7148df867" providerId="ADAL" clId="{299F01FD-CDC1-4794-90AB-DF2ECEDB7A73}" dt="2023-06-05T15:54:28.010" v="5646" actId="47"/>
        <pc:sldMkLst>
          <pc:docMk/>
          <pc:sldMk cId="1137376956" sldId="285"/>
        </pc:sldMkLst>
      </pc:sldChg>
      <pc:sldChg chg="new del">
        <pc:chgData name="Fejdasz, Kayla" userId="c03447ce-3ff7-4fcb-91df-c0d7148df867" providerId="ADAL" clId="{299F01FD-CDC1-4794-90AB-DF2ECEDB7A73}" dt="2023-06-05T15:53:09.212" v="5460" actId="680"/>
        <pc:sldMkLst>
          <pc:docMk/>
          <pc:sldMk cId="1777524380" sldId="285"/>
        </pc:sldMkLst>
      </pc:sldChg>
    </pc:docChg>
  </pc:docChgLst>
</pc:chgInfo>
</file>

<file path=ppt/comments/modernComment_115_4A375201.xml><?xml version="1.0" encoding="utf-8"?>
<p188:cmLst xmlns:a="http://schemas.openxmlformats.org/drawingml/2006/main" xmlns:r="http://schemas.openxmlformats.org/officeDocument/2006/relationships" xmlns:p188="http://schemas.microsoft.com/office/powerpoint/2018/8/main">
  <p188:cm id="{A2BBDBA9-04EC-4A60-900A-661D6CC3C7C9}" authorId="{AF5DB4CA-26AF-87BE-6D7D-5BFB296D56B9}" status="resolved" created="2023-06-02T03:20:47.840" complete="100000">
    <pc:sldMkLst xmlns:pc="http://schemas.microsoft.com/office/powerpoint/2013/main/command">
      <pc:docMk/>
      <pc:sldMk cId="1245139457" sldId="277"/>
    </pc:sldMkLst>
    <p188:txBody>
      <a:bodyPr/>
      <a:lstStyle/>
      <a:p>
        <a:r>
          <a:rPr lang="en-US"/>
          <a:t>I have added key features here. Next couple of slides should explain each key feature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9C3BE5-39B0-4AD6-95FA-763997D5CBB3}"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E231B-F130-45C2-96F9-F4A727D2D541}" type="slidenum">
              <a:rPr lang="en-US" smtClean="0"/>
              <a:t>‹#›</a:t>
            </a:fld>
            <a:endParaRPr lang="en-US"/>
          </a:p>
        </p:txBody>
      </p:sp>
    </p:spTree>
    <p:extLst>
      <p:ext uri="{BB962C8B-B14F-4D97-AF65-F5344CB8AC3E}">
        <p14:creationId xmlns:p14="http://schemas.microsoft.com/office/powerpoint/2010/main" val="2291600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16</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18</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21</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6/15/2023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6/15/2023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6/15/2023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voca.com/blog/retail-marketing-statistic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themeisle.com/blog/do-i-need-a-website-for-my-business/#gre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forbes.com/advisor/business/ecommerce-statistics/#sources_section" TargetMode="External"/><Relationship Id="rId5" Type="http://schemas.openxmlformats.org/officeDocument/2006/relationships/image" Target="../media/image4.png"/><Relationship Id="rId4" Type="http://schemas.openxmlformats.org/officeDocument/2006/relationships/hyperlink" Target="https://www.forbes.com/advisor/business/software/website-statistics/" TargetMode="External"/></Relationships>
</file>

<file path=ppt/slides/_rels/slide6.xml.rels><?xml version="1.0" encoding="UTF-8" standalone="yes"?>
<Relationships xmlns="http://schemas.openxmlformats.org/package/2006/relationships"><Relationship Id="rId3" Type="http://schemas.microsoft.com/office/2018/10/relationships/comments" Target="../comments/modernComment_115_4A37520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fontScale="90000"/>
          </a:bodyPr>
          <a:lstStyle/>
          <a:p>
            <a:pPr algn="l"/>
            <a:r>
              <a:rPr lang="en-US" sz="6000" b="1" i="0">
                <a:solidFill>
                  <a:srgbClr val="2CADB2"/>
                </a:solidFill>
                <a:effectLst/>
                <a:latin typeface="Arial" panose="020B0604020202020204" pitchFamily="34" charset="0"/>
                <a:cs typeface="Arial" panose="020B0604020202020204" pitchFamily="34" charset="0"/>
              </a:rPr>
              <a:t>Online Presence Builder</a:t>
            </a:r>
            <a:endParaRPr lang="en-US" b="1">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a:effectLst/>
                <a:latin typeface="Arial" panose="020B0604020202020204" pitchFamily="34" charset="0"/>
                <a:ea typeface="MS Mincho" panose="02020609040205080304" pitchFamily="49" charset="-128"/>
              </a:rPr>
              <a:t>DIY website. Create a website that is right for your business and optimized to look great on any device.</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a:solidFill>
                  <a:srgbClr val="2CADB2"/>
                </a:solidFill>
                <a:effectLst/>
                <a:latin typeface="Arial" panose="020B0604020202020204" pitchFamily="34" charset="0"/>
                <a:cs typeface="Arial" panose="020B0604020202020204" pitchFamily="34" charset="0"/>
              </a:rPr>
              <a:t>Agenda</a:t>
            </a:r>
          </a:p>
        </p:txBody>
      </p:sp>
      <p:sp>
        <p:nvSpPr>
          <p:cNvPr id="23" name="Rectangle 22">
            <a:extLst>
              <a:ext uri="{FF2B5EF4-FFF2-40B4-BE49-F238E27FC236}">
                <a16:creationId xmlns:a16="http://schemas.microsoft.com/office/drawing/2014/main" id="{C72990FB-DE43-7032-61F9-AF5F76786CE5}"/>
              </a:ext>
            </a:extLst>
          </p:cNvPr>
          <p:cNvSpPr/>
          <p:nvPr/>
        </p:nvSpPr>
        <p:spPr>
          <a:xfrm>
            <a:off x="3630746"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a:latin typeface="Arial" panose="020B0604020202020204" pitchFamily="34" charset="0"/>
                <a:cs typeface="Arial" panose="020B0604020202020204" pitchFamily="34" charset="0"/>
              </a:rPr>
              <a:t>Online Presence Builder</a:t>
            </a:r>
          </a:p>
        </p:txBody>
      </p:sp>
      <p:sp>
        <p:nvSpPr>
          <p:cNvPr id="21" name="Rectangle 20">
            <a:extLst>
              <a:ext uri="{FF2B5EF4-FFF2-40B4-BE49-F238E27FC236}">
                <a16:creationId xmlns:a16="http://schemas.microsoft.com/office/drawing/2014/main" id="{5EA074DA-D237-1567-4FD7-E70D2422830C}"/>
              </a:ext>
            </a:extLst>
          </p:cNvPr>
          <p:cNvSpPr/>
          <p:nvPr/>
        </p:nvSpPr>
        <p:spPr>
          <a:xfrm>
            <a:off x="6416069"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a:latin typeface="Arial" panose="020B0604020202020204" pitchFamily="34" charset="0"/>
                <a:cs typeface="Arial" panose="020B0604020202020204" pitchFamily="34" charset="0"/>
              </a:rPr>
              <a:t>Features &amp; Benefits Overview</a:t>
            </a:r>
          </a:p>
        </p:txBody>
      </p:sp>
      <p:sp>
        <p:nvSpPr>
          <p:cNvPr id="19" name="Rectangle 18">
            <a:extLst>
              <a:ext uri="{FF2B5EF4-FFF2-40B4-BE49-F238E27FC236}">
                <a16:creationId xmlns:a16="http://schemas.microsoft.com/office/drawing/2014/main" id="{09A63A92-4674-1FF0-F1CC-F3F721EDFC6C}"/>
              </a:ext>
            </a:extLst>
          </p:cNvPr>
          <p:cNvSpPr/>
          <p:nvPr/>
        </p:nvSpPr>
        <p:spPr>
          <a:xfrm>
            <a:off x="9201396" y="4004597"/>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a:latin typeface="Arial" panose="020B0604020202020204" pitchFamily="34" charset="0"/>
                <a:cs typeface="Arial" panose="020B0604020202020204" pitchFamily="34" charset="0"/>
              </a:rPr>
              <a:t>Addressing Common Concerns</a:t>
            </a:r>
          </a:p>
        </p:txBody>
      </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1</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3</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4</a:t>
              </a:r>
              <a:endParaRPr lang="en-US" sz="7200" b="1" kern="1200" cap="none">
                <a:solidFill>
                  <a:srgbClr val="24282B"/>
                </a:solidFill>
                <a:latin typeface="Arial" panose="020B0604020202020204" pitchFamily="34" charset="0"/>
                <a:cs typeface="Arial" panose="020B0604020202020204" pitchFamily="34" charset="0"/>
              </a:endParaRPr>
            </a:p>
          </p:txBody>
        </p:sp>
      </p:grpSp>
      <p:sp>
        <p:nvSpPr>
          <p:cNvPr id="3" name="TextBox 2">
            <a:extLst>
              <a:ext uri="{FF2B5EF4-FFF2-40B4-BE49-F238E27FC236}">
                <a16:creationId xmlns:a16="http://schemas.microsoft.com/office/drawing/2014/main" id="{95FB3501-A264-441C-BA6F-33110B7081D2}"/>
              </a:ext>
            </a:extLst>
          </p:cNvPr>
          <p:cNvSpPr txBox="1"/>
          <p:nvPr/>
        </p:nvSpPr>
        <p:spPr>
          <a:xfrm>
            <a:off x="1160687" y="3919603"/>
            <a:ext cx="2055223" cy="923330"/>
          </a:xfrm>
          <a:prstGeom prst="rect">
            <a:avLst/>
          </a:prstGeom>
          <a:noFill/>
        </p:spPr>
        <p:txBody>
          <a:bodyPr wrap="square" rtlCol="0">
            <a:spAutoFit/>
          </a:bodyPr>
          <a:lstStyle/>
          <a:p>
            <a:pPr algn="ctr"/>
            <a:r>
              <a:rPr lang="en-US">
                <a:latin typeface="Arial" panose="020B0604020202020204" pitchFamily="34" charset="0"/>
                <a:cs typeface="Arial" panose="020B0604020202020204" pitchFamily="34" charset="0"/>
              </a:rPr>
              <a:t>Importance of Online Presence Builder</a:t>
            </a:r>
          </a:p>
        </p:txBody>
      </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a:solidFill>
                  <a:srgbClr val="2CADB2"/>
                </a:solidFill>
                <a:latin typeface="Arial"/>
                <a:cs typeface="Arial"/>
              </a:rPr>
              <a:t>Websites</a:t>
            </a:r>
            <a:r>
              <a:rPr lang="en-US" sz="3200" b="1" i="0">
                <a:solidFill>
                  <a:srgbClr val="2CADB2"/>
                </a:solidFill>
                <a:effectLst/>
                <a:latin typeface="Arial"/>
                <a:cs typeface="Arial"/>
              </a:rPr>
              <a:t> </a:t>
            </a:r>
            <a:r>
              <a:rPr lang="en-US" sz="3200" b="1">
                <a:solidFill>
                  <a:srgbClr val="2CADB2"/>
                </a:solidFill>
                <a:latin typeface="Arial"/>
                <a:cs typeface="Arial"/>
              </a:rPr>
              <a:t>level the playing field</a:t>
            </a:r>
            <a:endParaRPr lang="en-US" sz="3200" b="1" i="0">
              <a:solidFill>
                <a:srgbClr val="2CADB2"/>
              </a:solidFill>
              <a:effectLst/>
              <a:latin typeface="Arial"/>
              <a:cs typeface="Arial"/>
            </a:endParaRP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705488"/>
            <a:ext cx="10515600" cy="2081842"/>
          </a:xfrm>
        </p:spPr>
        <p:txBody>
          <a:bodyPr vert="horz" lIns="91440" tIns="45720" rIns="91440" bIns="45720" rtlCol="0" anchor="t">
            <a:noAutofit/>
          </a:bodyPr>
          <a:lstStyle/>
          <a:p>
            <a:pPr marL="0" indent="0">
              <a:buNone/>
            </a:pPr>
            <a:r>
              <a:rPr lang="en-US" sz="1400">
                <a:latin typeface="Arial"/>
                <a:cs typeface="Arial"/>
              </a:rPr>
              <a:t>A website instills trust and credibility. It serves as a platform to showcase products or services and a professional website can level the playing field with larger competitors.</a:t>
            </a:r>
            <a:endParaRPr lang="en-US"/>
          </a:p>
          <a:p>
            <a:pPr marL="0" indent="0">
              <a:buNone/>
            </a:pPr>
            <a:r>
              <a:rPr lang="en-US" sz="1400">
                <a:solidFill>
                  <a:srgbClr val="000000"/>
                </a:solidFill>
                <a:latin typeface="Arial"/>
                <a:ea typeface="+mn-lt"/>
                <a:cs typeface="Arial"/>
              </a:rPr>
              <a:t>In today's digital landscape</a:t>
            </a:r>
            <a:r>
              <a:rPr lang="en-US" sz="1400">
                <a:latin typeface="Arial"/>
                <a:cs typeface="Arial"/>
              </a:rPr>
              <a:t>, the absence of a website means missing out on potential revenue streams  - over 90% of consumers search online, without a website, business is invisible to them. </a:t>
            </a:r>
            <a:endParaRPr lang="en-US" sz="1400">
              <a:latin typeface="Arial" panose="020B0604020202020204" pitchFamily="34" charset="0"/>
              <a:cs typeface="Arial" panose="020B0604020202020204" pitchFamily="34" charset="0"/>
            </a:endParaRPr>
          </a:p>
          <a:p>
            <a:pPr marL="0" indent="0">
              <a:buNone/>
            </a:pPr>
            <a:endParaRPr lang="en-US" sz="1400">
              <a:latin typeface="Arial" panose="020B0604020202020204" pitchFamily="34" charset="0"/>
              <a:cs typeface="Arial" panose="020B0604020202020204" pitchFamily="34" charset="0"/>
            </a:endParaRPr>
          </a:p>
          <a:p>
            <a:pPr marL="0" indent="0">
              <a:buNone/>
            </a:pPr>
            <a:r>
              <a:rPr lang="en-US" sz="1400">
                <a:latin typeface="Arial"/>
                <a:cs typeface="Arial"/>
              </a:rPr>
              <a:t>As per local </a:t>
            </a:r>
            <a:r>
              <a:rPr lang="en-US" sz="1400">
                <a:latin typeface="Arial"/>
                <a:cs typeface="Arial"/>
                <a:hlinkClick r:id="rId3"/>
              </a:rPr>
              <a:t>GE Capital Retail Bank, 2022</a:t>
            </a:r>
            <a:endParaRPr lang="en-US" sz="1400">
              <a:latin typeface="Arial"/>
              <a:cs typeface="Arial"/>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a:solidFill>
                  <a:srgbClr val="2CADB2"/>
                </a:solidFill>
                <a:latin typeface="Arial" panose="020B0604020202020204" pitchFamily="34" charset="0"/>
                <a:cs typeface="Arial" panose="020B0604020202020204" pitchFamily="34" charset="0"/>
              </a:rPr>
              <a:t>81%</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564219" cy="11456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a:latin typeface="Arial" panose="020B0604020202020204" pitchFamily="34" charset="0"/>
                <a:cs typeface="Arial" panose="020B0604020202020204" pitchFamily="34" charset="0"/>
              </a:rPr>
              <a:t>Of internet users research products online before they make a purchase</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2" descr="Internet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72749" y="2490089"/>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2799462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2CADB2"/>
                </a:solidFill>
                <a:latin typeface="Arial" panose="020B0604020202020204" pitchFamily="34" charset="0"/>
                <a:cs typeface="Arial" panose="020B0604020202020204" pitchFamily="34" charset="0"/>
              </a:rPr>
              <a:t>Cost of not having a website</a:t>
            </a:r>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1074105" y="1725838"/>
            <a:ext cx="3164258" cy="1383905"/>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Lack of trust</a:t>
            </a:r>
          </a:p>
          <a:p>
            <a:pPr marL="171450" indent="-171450" algn="ctr">
              <a:spcBef>
                <a:spcPts val="0"/>
              </a:spcBef>
              <a:buClr>
                <a:srgbClr val="47464B"/>
              </a:buClr>
              <a:buNone/>
            </a:pPr>
            <a:r>
              <a:rPr lang="en-US" sz="1100">
                <a:solidFill>
                  <a:schemeClr val="bg1"/>
                </a:solidFill>
                <a:latin typeface="Arial" panose="020B0604020202020204" pitchFamily="34" charset="0"/>
                <a:cs typeface="Arial" panose="020B0604020202020204" pitchFamily="34" charset="0"/>
              </a:rPr>
              <a:t>Customers tend to trust businesses they can find online so they can see what they offer before visiting the business. </a:t>
            </a:r>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4557972" y="1725837"/>
            <a:ext cx="3116661" cy="138390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Lack of customer engagement</a:t>
            </a:r>
          </a:p>
          <a:p>
            <a:pPr marL="171450" indent="-171450" algn="ctr">
              <a:spcBef>
                <a:spcPts val="0"/>
              </a:spcBef>
              <a:buClr>
                <a:srgbClr val="47464B"/>
              </a:buClr>
              <a:buFont typeface="Arial"/>
              <a:buNone/>
            </a:pPr>
            <a:r>
              <a:rPr lang="en-US" sz="1100">
                <a:solidFill>
                  <a:schemeClr val="bg1"/>
                </a:solidFill>
                <a:latin typeface="Arial" panose="020B0604020202020204" pitchFamily="34" charset="0"/>
                <a:cs typeface="Arial" panose="020B0604020202020204" pitchFamily="34" charset="0"/>
              </a:rPr>
              <a:t>Businesses miss out on opportunities to build relationships with customers and foster loyalty. </a:t>
            </a:r>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4557972" y="3976506"/>
            <a:ext cx="3054031" cy="138390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Lack of Communication</a:t>
            </a:r>
          </a:p>
          <a:p>
            <a:pPr marL="171450" indent="-171450" algn="ctr">
              <a:spcBef>
                <a:spcPts val="0"/>
              </a:spcBef>
              <a:buClr>
                <a:srgbClr val="47464B"/>
              </a:buClr>
              <a:buFont typeface="Arial"/>
              <a:buNone/>
            </a:pPr>
            <a:r>
              <a:rPr lang="en-US" sz="1100">
                <a:solidFill>
                  <a:schemeClr val="bg1"/>
                </a:solidFill>
                <a:latin typeface="Arial" panose="020B0604020202020204" pitchFamily="34" charset="0"/>
                <a:cs typeface="Arial" panose="020B0604020202020204" pitchFamily="34" charset="0"/>
              </a:rPr>
              <a:t>Unable to post store hours, if businesses offer curbside pick up, photos of the products/ food offered. Unable to provide important information that prospects are looking for on a website.</a:t>
            </a: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1071834" y="3983676"/>
            <a:ext cx="3164258" cy="1394344"/>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Missed sales opportunities</a:t>
            </a:r>
          </a:p>
          <a:p>
            <a:pPr marL="171450" indent="-171450" algn="ctr">
              <a:spcBef>
                <a:spcPts val="0"/>
              </a:spcBef>
              <a:buClr>
                <a:srgbClr val="47464B"/>
              </a:buClr>
              <a:buNone/>
            </a:pPr>
            <a:r>
              <a:rPr lang="en-US" sz="1100">
                <a:solidFill>
                  <a:schemeClr val="bg1"/>
                </a:solidFill>
                <a:latin typeface="Arial" panose="020B0604020202020204" pitchFamily="34" charset="0"/>
                <a:cs typeface="Arial" panose="020B0604020202020204" pitchFamily="34" charset="0"/>
              </a:rPr>
              <a:t>If customers can’t find you online, they will go to the competition. First impressions matter. If you meet a customer in person, they may not want to do business with a company that doesn’t have any online presence</a:t>
            </a:r>
          </a:p>
          <a:p>
            <a:pPr marL="171450" indent="-171450" algn="ctr">
              <a:spcBef>
                <a:spcPts val="0"/>
              </a:spcBef>
              <a:buClr>
                <a:srgbClr val="47464B"/>
              </a:buClr>
              <a:buFont typeface="Arial"/>
              <a:buNone/>
            </a:pPr>
            <a:endParaRPr lang="en-US" sz="1100">
              <a:solidFill>
                <a:schemeClr val="bg1"/>
              </a:solidFill>
              <a:latin typeface="Arial" panose="020B0604020202020204" pitchFamily="34" charset="0"/>
              <a:cs typeface="Arial" panose="020B0604020202020204" pitchFamily="34" charset="0"/>
            </a:endParaRPr>
          </a:p>
        </p:txBody>
      </p:sp>
      <p:sp>
        <p:nvSpPr>
          <p:cNvPr id="2" name="Google Shape;3082;p148">
            <a:extLst>
              <a:ext uri="{FF2B5EF4-FFF2-40B4-BE49-F238E27FC236}">
                <a16:creationId xmlns:a16="http://schemas.microsoft.com/office/drawing/2014/main" id="{4C74B299-19BD-37FD-4C0B-324DD8337EA2}"/>
              </a:ext>
            </a:extLst>
          </p:cNvPr>
          <p:cNvSpPr txBox="1">
            <a:spLocks/>
          </p:cNvSpPr>
          <p:nvPr/>
        </p:nvSpPr>
        <p:spPr>
          <a:xfrm>
            <a:off x="7992190" y="1715398"/>
            <a:ext cx="3116661" cy="138390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Lack of insights</a:t>
            </a:r>
          </a:p>
          <a:p>
            <a:pPr marL="171450" indent="-171450" algn="ctr">
              <a:spcBef>
                <a:spcPts val="0"/>
              </a:spcBef>
              <a:buNone/>
            </a:pPr>
            <a:r>
              <a:rPr lang="en-US" sz="1100">
                <a:solidFill>
                  <a:schemeClr val="bg1"/>
                </a:solidFill>
                <a:latin typeface="Arial" panose="020B0604020202020204" pitchFamily="34" charset="0"/>
                <a:cs typeface="Arial" panose="020B0604020202020204" pitchFamily="34" charset="0"/>
              </a:rPr>
              <a:t>Businesses miss out on the opportunity to gather valuable data and insights about customers, their preferences, and their behaviors. </a:t>
            </a:r>
          </a:p>
        </p:txBody>
      </p:sp>
      <p:sp>
        <p:nvSpPr>
          <p:cNvPr id="3" name="Google Shape;3082;p148">
            <a:extLst>
              <a:ext uri="{FF2B5EF4-FFF2-40B4-BE49-F238E27FC236}">
                <a16:creationId xmlns:a16="http://schemas.microsoft.com/office/drawing/2014/main" id="{3D89E684-0128-5BCC-C8C8-FA0DEF56876F}"/>
              </a:ext>
            </a:extLst>
          </p:cNvPr>
          <p:cNvSpPr txBox="1">
            <a:spLocks/>
          </p:cNvSpPr>
          <p:nvPr/>
        </p:nvSpPr>
        <p:spPr>
          <a:xfrm>
            <a:off x="7992190" y="3966067"/>
            <a:ext cx="3054031" cy="138390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None/>
            </a:pPr>
            <a:r>
              <a:rPr lang="en-US" sz="1100" b="1">
                <a:solidFill>
                  <a:schemeClr val="bg1"/>
                </a:solidFill>
                <a:latin typeface="Arial" panose="020B0604020202020204" pitchFamily="34" charset="0"/>
                <a:cs typeface="Arial" panose="020B0604020202020204" pitchFamily="34" charset="0"/>
              </a:rPr>
              <a:t>Lack of scalability</a:t>
            </a:r>
            <a:endParaRPr lang="en-US" sz="1100">
              <a:solidFill>
                <a:schemeClr val="bg1"/>
              </a:solidFill>
              <a:latin typeface="Arial" panose="020B0604020202020204" pitchFamily="34" charset="0"/>
              <a:cs typeface="Arial" panose="020B0604020202020204" pitchFamily="34" charset="0"/>
            </a:endParaRPr>
          </a:p>
          <a:p>
            <a:pPr marL="171450" indent="-171450" algn="ctr">
              <a:spcBef>
                <a:spcPts val="0"/>
              </a:spcBef>
              <a:buNone/>
            </a:pPr>
            <a:r>
              <a:rPr lang="en-US" sz="1100">
                <a:solidFill>
                  <a:schemeClr val="bg1"/>
                </a:solidFill>
                <a:latin typeface="Arial" panose="020B0604020202020204" pitchFamily="34" charset="0"/>
                <a:cs typeface="Arial" panose="020B0604020202020204" pitchFamily="34" charset="0"/>
              </a:rPr>
              <a:t>Businesses </a:t>
            </a:r>
            <a:r>
              <a:rPr lang="en-US" sz="1100">
                <a:solidFill>
                  <a:schemeClr val="bg1"/>
                </a:solidFill>
                <a:latin typeface="Arial" panose="020B0604020202020204" pitchFamily="34" charset="0"/>
                <a:ea typeface="+mn-lt"/>
                <a:cs typeface="Arial" panose="020B0604020202020204" pitchFamily="34" charset="0"/>
              </a:rPr>
              <a:t>struggle to expand into new markets, launch new products or services, or cater to a growing customer base without an online platform to support these efforts.</a:t>
            </a: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81;p148">
            <a:extLst>
              <a:ext uri="{FF2B5EF4-FFF2-40B4-BE49-F238E27FC236}">
                <a16:creationId xmlns:a16="http://schemas.microsoft.com/office/drawing/2014/main" id="{382D0398-FC79-9A79-8358-CC4B1D584724}"/>
              </a:ext>
            </a:extLst>
          </p:cNvPr>
          <p:cNvPicPr preferRelativeResize="0"/>
          <p:nvPr/>
        </p:nvPicPr>
        <p:blipFill rotWithShape="1">
          <a:blip r:embed="rId3">
            <a:alphaModFix/>
            <a:duotone>
              <a:prstClr val="black"/>
              <a:srgbClr val="2CADB2">
                <a:tint val="45000"/>
                <a:satMod val="400000"/>
              </a:srgbClr>
            </a:duotone>
          </a:blip>
          <a:srcRect/>
          <a:stretch/>
        </p:blipFill>
        <p:spPr>
          <a:xfrm>
            <a:off x="4965300" y="1843618"/>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a:solidFill>
                  <a:srgbClr val="2CADB2"/>
                </a:solidFill>
                <a:effectLst/>
                <a:latin typeface="Arial"/>
                <a:cs typeface="Arial"/>
              </a:rPr>
              <a:t>Impact of websites on businesses</a:t>
            </a:r>
            <a:endParaRPr lang="en-US" sz="3200" b="1">
              <a:solidFill>
                <a:srgbClr val="2CADB2"/>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4882465" y="4849874"/>
            <a:ext cx="3023319"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a:latin typeface="Arial" panose="020B0604020202020204" pitchFamily="34" charset="0"/>
                <a:cs typeface="Arial" panose="020B0604020202020204" pitchFamily="34" charset="0"/>
              </a:rPr>
              <a:t>Of small businesses have a website</a:t>
            </a:r>
          </a:p>
          <a:p>
            <a:pPr marL="171450" indent="-171450" algn="ctr">
              <a:spcBef>
                <a:spcPts val="0"/>
              </a:spcBef>
              <a:buClr>
                <a:srgbClr val="47464B"/>
              </a:buClr>
              <a:buFont typeface="Arial"/>
              <a:buNone/>
            </a:pPr>
            <a:r>
              <a:rPr lang="en-US" sz="1200">
                <a:latin typeface="Arial" panose="020B0604020202020204" pitchFamily="34" charset="0"/>
                <a:cs typeface="Arial" panose="020B0604020202020204" pitchFamily="34" charset="0"/>
                <a:hlinkClick r:id="rId4"/>
              </a:rPr>
              <a:t>Forbes</a:t>
            </a:r>
            <a:endParaRPr lang="en-US" sz="120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a:solidFill>
                  <a:srgbClr val="47464B"/>
                </a:solidFill>
                <a:latin typeface="Calibri"/>
                <a:ea typeface="Calibri"/>
                <a:cs typeface="Calibri"/>
                <a:sym typeface="Calibri"/>
              </a:rPr>
              <a:t>90%</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8081434" y="4694759"/>
            <a:ext cx="3272365" cy="77993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a:latin typeface="Arial"/>
                <a:cs typeface="Arial"/>
              </a:rPr>
              <a:t>Of customers wont return to a website if they have a negative experience. </a:t>
            </a:r>
          </a:p>
          <a:p>
            <a:pPr marL="171450" indent="-171450" algn="ctr">
              <a:spcBef>
                <a:spcPts val="0"/>
              </a:spcBef>
              <a:buClr>
                <a:srgbClr val="47464B"/>
              </a:buClr>
              <a:buNone/>
            </a:pPr>
            <a:r>
              <a:rPr lang="en-US" sz="1200">
                <a:latin typeface="Arial"/>
                <a:cs typeface="Arial"/>
                <a:hlinkClick r:id="rId6"/>
              </a:rPr>
              <a:t>Forbes</a:t>
            </a:r>
            <a:endParaRPr lang="en-US" sz="120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1135923" y="4787104"/>
            <a:ext cx="3272365" cy="56814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a:latin typeface="Arial"/>
                <a:cs typeface="Arial"/>
              </a:rPr>
              <a:t>of people are online, without a website your business is invisible</a:t>
            </a:r>
          </a:p>
          <a:p>
            <a:pPr marL="171450" indent="-171450" algn="ctr">
              <a:spcBef>
                <a:spcPts val="0"/>
              </a:spcBef>
              <a:buClr>
                <a:srgbClr val="47464B"/>
              </a:buClr>
              <a:buFont typeface="Arial"/>
              <a:buNone/>
            </a:pPr>
            <a:r>
              <a:rPr lang="en-US" sz="1200">
                <a:latin typeface="Arial"/>
                <a:cs typeface="Arial"/>
                <a:hlinkClick r:id="rId7"/>
              </a:rPr>
              <a:t>Themeisle</a:t>
            </a:r>
            <a:endParaRPr lang="en-US" sz="120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8461668" y="173443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a:solidFill>
                  <a:srgbClr val="47464B"/>
                </a:solidFill>
                <a:latin typeface="Calibri"/>
                <a:ea typeface="Calibri"/>
                <a:cs typeface="Calibri"/>
                <a:sym typeface="Calibri"/>
              </a:rPr>
              <a:t>88%</a:t>
            </a:r>
            <a:endParaRPr lang="en-US" sz="2400" b="1">
              <a:solidFill>
                <a:srgbClr val="47464B"/>
              </a:solidFill>
              <a:latin typeface="Calibri"/>
              <a:ea typeface="Calibri"/>
              <a:cs typeface="Calibri"/>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07587" y="3220882"/>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a:solidFill>
                  <a:srgbClr val="47464B"/>
                </a:solidFill>
                <a:latin typeface="Calibri"/>
                <a:ea typeface="Calibri"/>
                <a:cs typeface="Calibri"/>
                <a:sym typeface="Calibri"/>
              </a:rPr>
              <a:t>71%</a:t>
            </a:r>
            <a:endParaRPr lang="en-US" sz="2400" b="1">
              <a:solidFill>
                <a:srgbClr val="47464B"/>
              </a:solidFill>
              <a:latin typeface="Calibri"/>
              <a:ea typeface="Calibri"/>
              <a:cs typeface="Calibri"/>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600">
                <a:latin typeface="Arial"/>
                <a:ea typeface="Cambria"/>
                <a:cs typeface="Arial"/>
              </a:rPr>
              <a:t>Instant online presence</a:t>
            </a:r>
          </a:p>
          <a:p>
            <a:pPr marL="342900" indent="-342900">
              <a:lnSpc>
                <a:spcPct val="100000"/>
              </a:lnSpc>
              <a:spcBef>
                <a:spcPts val="1800"/>
              </a:spcBef>
              <a:buFont typeface="Symbol" panose="05050102010706020507" pitchFamily="18" charset="2"/>
              <a:buChar char=""/>
            </a:pPr>
            <a:r>
              <a:rPr lang="en-US" sz="1600">
                <a:latin typeface="Arial"/>
                <a:ea typeface="Cambria"/>
                <a:cs typeface="Arial"/>
              </a:rPr>
              <a:t>Easy-to-use website editor</a:t>
            </a:r>
            <a:endParaRPr lang="en-US" sz="1600">
              <a:effectLst/>
              <a:latin typeface="Arial" panose="020B0604020202020204" pitchFamily="34" charset="0"/>
              <a:ea typeface="Cambria" panose="02040503050406030204" pitchFamily="18" charset="0"/>
              <a:cs typeface="Arial"/>
            </a:endParaRPr>
          </a:p>
          <a:p>
            <a:pPr marL="342900" indent="-342900">
              <a:lnSpc>
                <a:spcPct val="100000"/>
              </a:lnSpc>
              <a:spcBef>
                <a:spcPts val="1800"/>
              </a:spcBef>
              <a:buFont typeface="Symbol" panose="05050102010706020507" pitchFamily="18" charset="2"/>
              <a:buChar char=""/>
            </a:pPr>
            <a:r>
              <a:rPr lang="en-US" sz="1600">
                <a:effectLst/>
                <a:latin typeface="Arial"/>
                <a:ea typeface="Cambria"/>
                <a:cs typeface="Arial"/>
              </a:rPr>
              <a:t>Modern </a:t>
            </a:r>
            <a:r>
              <a:rPr lang="en-US" sz="1600">
                <a:latin typeface="Arial"/>
                <a:ea typeface="Cambria"/>
                <a:cs typeface="Arial"/>
              </a:rPr>
              <a:t>themes designed optimized for all devices</a:t>
            </a:r>
            <a:endParaRPr lang="en-US" sz="1600">
              <a:effectLst/>
              <a:latin typeface="Arial" panose="020B0604020202020204" pitchFamily="34" charset="0"/>
              <a:ea typeface="Cambria" panose="02040503050406030204" pitchFamily="18" charset="0"/>
            </a:endParaRPr>
          </a:p>
          <a:p>
            <a:pPr marL="342900" indent="-342900">
              <a:lnSpc>
                <a:spcPct val="100000"/>
              </a:lnSpc>
              <a:spcBef>
                <a:spcPts val="1800"/>
              </a:spcBef>
              <a:buFont typeface="Symbol" panose="05050102010706020507" pitchFamily="18" charset="2"/>
              <a:buChar char=""/>
            </a:pPr>
            <a:r>
              <a:rPr lang="en-US" sz="1600">
                <a:latin typeface="Arial"/>
                <a:ea typeface="Cambria"/>
                <a:cs typeface="Arial"/>
              </a:rPr>
              <a:t>Gallery of professional images </a:t>
            </a:r>
          </a:p>
          <a:p>
            <a:pPr marL="342900" indent="-342900">
              <a:lnSpc>
                <a:spcPct val="100000"/>
              </a:lnSpc>
              <a:spcBef>
                <a:spcPts val="1800"/>
              </a:spcBef>
              <a:buFont typeface="Symbol" panose="05050102010706020507" pitchFamily="18" charset="2"/>
              <a:buChar char=""/>
            </a:pPr>
            <a:r>
              <a:rPr lang="en-US" sz="1600">
                <a:latin typeface="Arial"/>
                <a:ea typeface="Cambria"/>
                <a:cs typeface="Arial"/>
              </a:rPr>
              <a:t>Engaging elements</a:t>
            </a:r>
            <a:endParaRPr lang="en-US" sz="1600">
              <a:effectLst/>
              <a:latin typeface="Arial"/>
              <a:ea typeface="Cambria"/>
              <a:cs typeface="Aria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Layout of website design sketches on white paper">
            <a:extLst>
              <a:ext uri="{FF2B5EF4-FFF2-40B4-BE49-F238E27FC236}">
                <a16:creationId xmlns:a16="http://schemas.microsoft.com/office/drawing/2014/main" id="{9F95BC6D-1521-1A62-2F43-594381C2A3B1}"/>
              </a:ext>
            </a:extLst>
          </p:cNvPr>
          <p:cNvPicPr>
            <a:picLocks noChangeAspect="1"/>
          </p:cNvPicPr>
          <p:nvPr/>
        </p:nvPicPr>
        <p:blipFill>
          <a:blip r:embed="rId4">
            <a:extLst>
              <a:ext uri="{28A0092B-C50C-407E-A947-70E740481C1C}">
                <a14:useLocalDpi xmlns:a14="http://schemas.microsoft.com/office/drawing/2010/main" val="0"/>
              </a:ext>
            </a:extLst>
          </a:blip>
          <a:srcRect l="14157" r="14157"/>
          <a:stretch/>
        </p:blipFill>
        <p:spPr>
          <a:xfrm>
            <a:off x="7211567" y="1759139"/>
            <a:ext cx="4336527" cy="31805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a:solidFill>
                  <a:srgbClr val="509093"/>
                </a:solidFill>
                <a:effectLst/>
                <a:latin typeface="Arial" panose="020B0604020202020204" pitchFamily="34" charset="0"/>
                <a:cs typeface="Arial" panose="020B0604020202020204" pitchFamily="34" charset="0"/>
              </a:rPr>
              <a:t>Online Presence Builder</a:t>
            </a:r>
            <a:endParaRPr lang="en-US" sz="3200" b="1">
              <a:solidFill>
                <a:srgbClr val="50909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3945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366489" y="557827"/>
            <a:ext cx="3739341" cy="133083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kern="1200">
                <a:solidFill>
                  <a:srgbClr val="509093"/>
                </a:solidFill>
                <a:effectLst/>
                <a:latin typeface="Arial" panose="020B0604020202020204" pitchFamily="34" charset="0"/>
                <a:cs typeface="Arial" panose="020B0604020202020204" pitchFamily="34" charset="0"/>
              </a:rPr>
              <a:t>Discover Online Presence Builder Editor</a:t>
            </a:r>
            <a:endParaRPr lang="en-US" sz="3200" b="1" kern="1200">
              <a:solidFill>
                <a:srgbClr val="509093"/>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366489" y="1940439"/>
            <a:ext cx="4208425" cy="4712031"/>
          </a:xfrm>
          <a:prstGeom prst="rect">
            <a:avLst/>
          </a:prstGeom>
        </p:spPr>
        <p:txBody>
          <a:bodyPr vert="horz" lIns="91440" tIns="45720" rIns="91440" bIns="45720" rtlCol="0">
            <a:normAutofit/>
          </a:bodyPr>
          <a:lstStyle/>
          <a:p>
            <a:pPr marL="342900" indent="-285750">
              <a:lnSpc>
                <a:spcPct val="90000"/>
              </a:lnSpc>
              <a:spcBef>
                <a:spcPts val="600"/>
              </a:spcBef>
              <a:buFont typeface="Arial" panose="020B0604020202020204" pitchFamily="34" charset="0"/>
              <a:buChar char="•"/>
            </a:pPr>
            <a:r>
              <a:rPr lang="en-US">
                <a:latin typeface="Arial" panose="020B0604020202020204" pitchFamily="34" charset="0"/>
                <a:cs typeface="Arial" panose="020B0604020202020204" pitchFamily="34" charset="0"/>
              </a:rPr>
              <a:t>Instant Online Presence Website</a:t>
            </a:r>
          </a:p>
          <a:p>
            <a:pPr marL="1257300" lvl="2" indent="-285750">
              <a:lnSpc>
                <a:spcPct val="90000"/>
              </a:lnSpc>
              <a:spcBef>
                <a:spcPts val="600"/>
              </a:spcBef>
              <a:buFont typeface="Arial" panose="020B0604020202020204" pitchFamily="34" charset="0"/>
              <a:buChar char="•"/>
            </a:pPr>
            <a:r>
              <a:rPr lang="en-US">
                <a:latin typeface="Arial" panose="020B0604020202020204" pitchFamily="34" charset="0"/>
                <a:cs typeface="Arial" panose="020B0604020202020204" pitchFamily="34" charset="0"/>
              </a:rPr>
              <a:t>Sample industry content pre-populated</a:t>
            </a:r>
          </a:p>
          <a:p>
            <a:pPr marL="1257300" lvl="2" indent="-285750">
              <a:lnSpc>
                <a:spcPct val="90000"/>
              </a:lnSpc>
              <a:spcBef>
                <a:spcPts val="600"/>
              </a:spcBef>
              <a:buFont typeface="Arial" panose="020B0604020202020204" pitchFamily="34" charset="0"/>
              <a:buChar char="•"/>
            </a:pPr>
            <a:r>
              <a:rPr lang="en-US">
                <a:latin typeface="Arial" panose="020B0604020202020204" pitchFamily="34" charset="0"/>
                <a:cs typeface="Arial" panose="020B0604020202020204" pitchFamily="34" charset="0"/>
              </a:rPr>
              <a:t>Contact us information pre-populated</a:t>
            </a:r>
          </a:p>
          <a:p>
            <a:pPr marL="1257300" lvl="2" indent="-285750">
              <a:lnSpc>
                <a:spcPct val="90000"/>
              </a:lnSpc>
              <a:spcBef>
                <a:spcPts val="600"/>
              </a:spcBef>
              <a:buFont typeface="Arial" panose="020B0604020202020204" pitchFamily="34" charset="0"/>
              <a:buChar char="•"/>
            </a:pPr>
            <a:r>
              <a:rPr lang="en-US">
                <a:latin typeface="Arial" panose="020B0604020202020204" pitchFamily="34" charset="0"/>
                <a:cs typeface="Arial" panose="020B0604020202020204" pitchFamily="34" charset="0"/>
              </a:rPr>
              <a:t> Email contact form auto-generated</a:t>
            </a:r>
          </a:p>
          <a:p>
            <a:pPr marL="342900" indent="-285750">
              <a:lnSpc>
                <a:spcPct val="90000"/>
              </a:lnSpc>
              <a:spcBef>
                <a:spcPts val="600"/>
              </a:spcBef>
              <a:buFont typeface="Arial" panose="020B0604020202020204" pitchFamily="34" charset="0"/>
              <a:buChar char="•"/>
            </a:pPr>
            <a:r>
              <a:rPr lang="en-US">
                <a:latin typeface="Arial" panose="020B0604020202020204" pitchFamily="34" charset="0"/>
                <a:cs typeface="Arial" panose="020B0604020202020204" pitchFamily="34" charset="0"/>
              </a:rPr>
              <a:t>Using the business information submitted, online presence builder will generate relevant images, content, a map and contact form on a template of your choosing</a:t>
            </a:r>
          </a:p>
          <a:p>
            <a:pPr marL="971550" lvl="2">
              <a:lnSpc>
                <a:spcPct val="90000"/>
              </a:lnSpc>
              <a:spcBef>
                <a:spcPts val="600"/>
              </a:spcBef>
            </a:pPr>
            <a:endParaRPr lang="en-US">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7" name="Picture 6" descr="Hands typing on laptop">
            <a:extLst>
              <a:ext uri="{FF2B5EF4-FFF2-40B4-BE49-F238E27FC236}">
                <a16:creationId xmlns:a16="http://schemas.microsoft.com/office/drawing/2014/main" id="{C9690A22-EFFB-8203-E8C7-0BFCF347C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7250" y="2101052"/>
            <a:ext cx="6989354" cy="3245271"/>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a:solidFill>
                  <a:srgbClr val="2CADB2"/>
                </a:solidFill>
                <a:latin typeface="Arial" panose="020B0604020202020204" pitchFamily="34" charset="0"/>
                <a:cs typeface="Arial" panose="020B0604020202020204" pitchFamily="34" charset="0"/>
              </a:rPr>
              <a:t>Features</a:t>
            </a:r>
            <a:endParaRPr lang="en-US" sz="3200"/>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838200" y="1617807"/>
            <a:ext cx="2767149" cy="1603375"/>
          </a:xfrm>
        </p:spPr>
        <p:txBody>
          <a:bodyPr>
            <a:noAutofit/>
          </a:bodyPr>
          <a:lstStyle/>
          <a:p>
            <a:pPr marL="57150" indent="0">
              <a:lnSpc>
                <a:spcPct val="90000"/>
              </a:lnSpc>
              <a:spcBef>
                <a:spcPts val="600"/>
              </a:spcBef>
              <a:buNone/>
            </a:pPr>
            <a:r>
              <a:rPr lang="en-US" sz="1800">
                <a:solidFill>
                  <a:srgbClr val="2CADB2"/>
                </a:solidFill>
                <a:effectLst/>
                <a:latin typeface="Arial" panose="020B0604020202020204" pitchFamily="34" charset="0"/>
                <a:ea typeface="MS Mincho" panose="02020609040205080304" pitchFamily="49" charset="-128"/>
              </a:rPr>
              <a:t>Drag and Drop Editor</a:t>
            </a:r>
          </a:p>
          <a:p>
            <a:pPr marL="57150" indent="0">
              <a:lnSpc>
                <a:spcPct val="90000"/>
              </a:lnSpc>
              <a:spcBef>
                <a:spcPts val="600"/>
              </a:spcBef>
              <a:buNone/>
            </a:pPr>
            <a:r>
              <a:rPr lang="en-US" sz="1800">
                <a:latin typeface="Arial" panose="020B0604020202020204" pitchFamily="34" charset="0"/>
                <a:ea typeface="MS Mincho" panose="02020609040205080304" pitchFamily="49" charset="-128"/>
              </a:rPr>
              <a:t>U</a:t>
            </a:r>
            <a:r>
              <a:rPr lang="en-US" sz="1800">
                <a:effectLst/>
                <a:latin typeface="Arial" panose="020B0604020202020204" pitchFamily="34" charset="0"/>
                <a:ea typeface="Times New Roman" panose="02020603050405020304" pitchFamily="18" charset="0"/>
              </a:rPr>
              <a:t>ser friendly, add as many pages as you need. Preview site in desktop, mobile and tablet views.</a:t>
            </a:r>
          </a:p>
          <a:p>
            <a:pPr marL="57150" indent="0">
              <a:lnSpc>
                <a:spcPct val="90000"/>
              </a:lnSpc>
              <a:spcBef>
                <a:spcPts val="600"/>
              </a:spcBef>
              <a:buNone/>
            </a:pPr>
            <a:endParaRPr lang="en-US" sz="1800" b="1">
              <a:latin typeface="Arial" panose="020B0604020202020204" pitchFamily="34" charset="0"/>
              <a:cs typeface="Arial" panose="020B0604020202020204" pitchFamily="34" charset="0"/>
            </a:endParaRPr>
          </a:p>
          <a:p>
            <a:endParaRPr lang="en-US" sz="1800"/>
          </a:p>
        </p:txBody>
      </p:sp>
      <p:sp>
        <p:nvSpPr>
          <p:cNvPr id="5" name="TextBox 4">
            <a:extLst>
              <a:ext uri="{FF2B5EF4-FFF2-40B4-BE49-F238E27FC236}">
                <a16:creationId xmlns:a16="http://schemas.microsoft.com/office/drawing/2014/main" id="{046D975E-87C2-A54F-E965-DA767CC63EDE}"/>
              </a:ext>
            </a:extLst>
          </p:cNvPr>
          <p:cNvSpPr txBox="1"/>
          <p:nvPr/>
        </p:nvSpPr>
        <p:spPr>
          <a:xfrm>
            <a:off x="6879773" y="1482870"/>
            <a:ext cx="3413760" cy="4465838"/>
          </a:xfrm>
          <a:prstGeom prst="rect">
            <a:avLst/>
          </a:prstGeom>
          <a:noFill/>
        </p:spPr>
        <p:txBody>
          <a:bodyPr wrap="square">
            <a:spAutoFit/>
          </a:bodyPr>
          <a:lstStyle/>
          <a:p>
            <a:pPr marL="57150">
              <a:lnSpc>
                <a:spcPct val="90000"/>
              </a:lnSpc>
              <a:spcBef>
                <a:spcPts val="600"/>
              </a:spcBef>
              <a:defRPr/>
            </a:pPr>
            <a:r>
              <a:rPr lang="en-US">
                <a:solidFill>
                  <a:srgbClr val="2CADB2"/>
                </a:solidFill>
                <a:effectLst/>
                <a:latin typeface="Arial" panose="020B0604020202020204" pitchFamily="34" charset="0"/>
                <a:ea typeface="MS Mincho" panose="02020609040205080304" pitchFamily="49" charset="-128"/>
              </a:rPr>
              <a:t>Modern Design Themes </a:t>
            </a:r>
          </a:p>
          <a:p>
            <a:pPr marL="57150">
              <a:lnSpc>
                <a:spcPct val="90000"/>
              </a:lnSpc>
              <a:spcBef>
                <a:spcPts val="600"/>
              </a:spcBef>
              <a:defRPr/>
            </a:pPr>
            <a:r>
              <a:rPr lang="en-US">
                <a:solidFill>
                  <a:srgbClr val="000000"/>
                </a:solidFill>
                <a:effectLst/>
                <a:latin typeface="Arial" panose="020B0604020202020204" pitchFamily="34" charset="0"/>
                <a:ea typeface="MS Mincho" panose="02020609040205080304" pitchFamily="49" charset="-128"/>
              </a:rPr>
              <a:t>Mobile optimized for tablets and smartphones, hero images, change the theme at any time, customize fonts and color scheme.</a:t>
            </a:r>
            <a:r>
              <a:rPr lang="en-US" b="1">
                <a:solidFill>
                  <a:srgbClr val="000000"/>
                </a:solidFill>
                <a:effectLst/>
                <a:latin typeface="Arial" panose="020B0604020202020204" pitchFamily="34" charset="0"/>
                <a:ea typeface="Cambria" panose="02040503050406030204" pitchFamily="18" charset="0"/>
                <a:cs typeface="Arial" panose="020B0604020202020204" pitchFamily="34" charset="0"/>
              </a:rPr>
              <a:t> </a:t>
            </a:r>
            <a:r>
              <a:rPr lang="en-US">
                <a:solidFill>
                  <a:srgbClr val="000000"/>
                </a:solidFill>
                <a:effectLst/>
                <a:latin typeface="Arial" panose="020B0604020202020204" pitchFamily="34" charset="0"/>
                <a:ea typeface="Cambria" panose="02040503050406030204" pitchFamily="18" charset="0"/>
                <a:cs typeface="Arial" panose="020B0604020202020204" pitchFamily="34" charset="0"/>
              </a:rPr>
              <a:t>We have 215 designs available in up to 7 different colors. </a:t>
            </a:r>
          </a:p>
          <a:p>
            <a:pPr marL="57150">
              <a:lnSpc>
                <a:spcPct val="90000"/>
              </a:lnSpc>
              <a:spcBef>
                <a:spcPts val="600"/>
              </a:spcBef>
              <a:defRPr/>
            </a:pPr>
            <a:endParaRPr lang="en-US">
              <a:solidFill>
                <a:srgbClr val="000000"/>
              </a:solidFill>
              <a:effectLst/>
              <a:latin typeface="Arial" panose="020B0604020202020204" pitchFamily="34" charset="0"/>
              <a:ea typeface="MS Mincho" panose="02020609040205080304" pitchFamily="49" charset="-128"/>
            </a:endParaRPr>
          </a:p>
          <a:p>
            <a:pPr marL="57150">
              <a:lnSpc>
                <a:spcPct val="90000"/>
              </a:lnSpc>
              <a:spcBef>
                <a:spcPts val="600"/>
              </a:spcBef>
              <a:defRPr/>
            </a:pPr>
            <a:r>
              <a:rPr lang="en-US">
                <a:solidFill>
                  <a:srgbClr val="00ABC1"/>
                </a:solidFill>
                <a:effectLst/>
                <a:latin typeface="Arial" panose="020B0604020202020204" pitchFamily="34" charset="0"/>
                <a:ea typeface="Calibri" panose="020F0502020204030204" pitchFamily="34" charset="0"/>
              </a:rPr>
              <a:t>Professional Images</a:t>
            </a:r>
          </a:p>
          <a:p>
            <a:pPr marL="57150">
              <a:lnSpc>
                <a:spcPct val="90000"/>
              </a:lnSpc>
              <a:spcBef>
                <a:spcPts val="600"/>
              </a:spcBef>
              <a:defRPr/>
            </a:pPr>
            <a:r>
              <a:rPr lang="en-US">
                <a:effectLst/>
                <a:latin typeface="Arial" panose="020B0604020202020204" pitchFamily="34" charset="0"/>
                <a:ea typeface="Calibri" panose="020F0502020204030204" pitchFamily="34" charset="0"/>
              </a:rPr>
              <a:t> </a:t>
            </a:r>
            <a:r>
              <a:rPr lang="en-US">
                <a:effectLst/>
                <a:latin typeface="Arial" panose="020B0604020202020204" pitchFamily="34" charset="0"/>
                <a:ea typeface="Times New Roman" panose="02020603050405020304" pitchFamily="18" charset="0"/>
              </a:rPr>
              <a:t>Access a free gallery of </a:t>
            </a:r>
            <a:r>
              <a:rPr lang="en-US">
                <a:latin typeface="Arial" panose="020B0604020202020204" pitchFamily="34" charset="0"/>
                <a:ea typeface="Times New Roman" panose="02020603050405020304" pitchFamily="18" charset="0"/>
              </a:rPr>
              <a:t>830 </a:t>
            </a:r>
            <a:r>
              <a:rPr lang="en-US">
                <a:effectLst/>
                <a:latin typeface="Arial" panose="020B0604020202020204" pitchFamily="34" charset="0"/>
                <a:ea typeface="Times New Roman" panose="02020603050405020304" pitchFamily="18" charset="0"/>
              </a:rPr>
              <a:t>professional, royalty free, modern images to use on your online presence. All images are optimized for website use.</a:t>
            </a:r>
            <a:endParaRPr lang="en-US" b="1">
              <a:latin typeface="Arial" panose="020B0604020202020204" pitchFamily="34" charset="0"/>
              <a:ea typeface="Cambria" panose="02040503050406030204" pitchFamily="18" charset="0"/>
              <a:cs typeface="Arial" panose="020B0604020202020204" pitchFamily="34" charset="0"/>
            </a:endParaRPr>
          </a:p>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endParaRPr kumimoji="0" lang="en-US"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838200" y="3486149"/>
            <a:ext cx="3413760" cy="2412968"/>
          </a:xfrm>
          <a:prstGeom prst="rect">
            <a:avLst/>
          </a:prstGeom>
          <a:noFill/>
        </p:spPr>
        <p:txBody>
          <a:bodyPr wrap="square">
            <a:spAutoFit/>
          </a:bodyPr>
          <a:lstStyle/>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b="0" i="0" u="none" strike="noStrike" kern="1200" cap="none" spc="0" normalizeH="0" baseline="0" noProof="0">
                <a:ln>
                  <a:noFill/>
                </a:ln>
                <a:solidFill>
                  <a:srgbClr val="2CADB2"/>
                </a:solidFill>
                <a:effectLst/>
                <a:uLnTx/>
                <a:uFillTx/>
                <a:latin typeface="Arial" panose="020B0604020202020204" pitchFamily="34" charset="0"/>
                <a:ea typeface="MS Mincho" panose="02020609040205080304" pitchFamily="49" charset="-128"/>
                <a:cs typeface="+mn-cs"/>
              </a:rPr>
              <a:t>Engaging Elements</a:t>
            </a:r>
            <a:endParaRPr lang="en-US">
              <a:solidFill>
                <a:prstClr val="black"/>
              </a:solidFill>
              <a:latin typeface="Arial" panose="020B0604020202020204" pitchFamily="34" charset="0"/>
              <a:ea typeface="MS Mincho" panose="02020609040205080304" pitchFamily="49" charset="-128"/>
            </a:endParaRPr>
          </a:p>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Pre-formatted blocks, add sleek galleries in different layouts, add a Facebook like and follow button, add </a:t>
            </a:r>
            <a:r>
              <a:rPr lang="en-US">
                <a:solidFill>
                  <a:prstClr val="black"/>
                </a:solidFill>
                <a:latin typeface="Arial" panose="020B0604020202020204" pitchFamily="34" charset="0"/>
                <a:ea typeface="Times New Roman" panose="02020603050405020304" pitchFamily="18" charset="0"/>
                <a:cs typeface="Arial" panose="020B0604020202020204" pitchFamily="34" charset="0"/>
              </a:rPr>
              <a:t>a</a:t>
            </a:r>
            <a:r>
              <a:rPr kumimoji="0" lang="en-US" b="0" i="0" u="none" strike="noStrike" kern="1200" cap="none" spc="0" normalizeH="0" baseline="0" noProof="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Google map and open hours, layout content in rows, tabs, columns</a:t>
            </a:r>
            <a:r>
              <a:rPr lang="en-US">
                <a:solidFill>
                  <a:prstClr val="black"/>
                </a:solidFill>
                <a:latin typeface="Arial" panose="020B0604020202020204" pitchFamily="34" charset="0"/>
                <a:ea typeface="Times New Roman" panose="02020603050405020304" pitchFamily="18" charset="0"/>
                <a:cs typeface="Arial" panose="020B0604020202020204" pitchFamily="34" charset="0"/>
              </a:rPr>
              <a:t>. Add lead form, call to action </a:t>
            </a:r>
            <a:endParaRPr kumimoji="0" lang="en-US" b="0" i="0" u="none" strike="noStrike" kern="1200" cap="none" spc="0" normalizeH="0" baseline="0" noProof="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68318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How it works</a:t>
            </a:r>
            <a:endParaRPr lang="en-US" sz="3200">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a:solidFill>
                  <a:srgbClr val="2CADB2"/>
                </a:solidFill>
                <a:latin typeface="Arial" panose="020B0604020202020204" pitchFamily="34" charset="0"/>
                <a:ea typeface="MS Mincho" panose="02020609040205080304" pitchFamily="49" charset="-128"/>
              </a:rPr>
              <a:t>Login to your portal and access Online presence builder</a:t>
            </a:r>
            <a:endParaRPr lang="en-US" sz="3200" b="1">
              <a:solidFill>
                <a:srgbClr val="2CADB2"/>
              </a:solidFill>
            </a:endParaRP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432500" y="1825625"/>
            <a:ext cx="5419725" cy="4351338"/>
          </a:xfrm>
        </p:spPr>
        <p:txBody>
          <a:bodyPr>
            <a:normAutofit/>
          </a:bodyPr>
          <a:lstStyle/>
          <a:p>
            <a:pPr>
              <a:lnSpc>
                <a:spcPct val="150000"/>
              </a:lnSpc>
            </a:pPr>
            <a:r>
              <a:rPr lang="en-US" sz="1500">
                <a:latin typeface="Arial" panose="020B0604020202020204" pitchFamily="34" charset="0"/>
                <a:ea typeface="MS Mincho" panose="02020609040205080304" pitchFamily="49" charset="-128"/>
              </a:rPr>
              <a:t>Go through the “websites” tab in your portal. Select the domain to use for the site. Click get started</a:t>
            </a:r>
          </a:p>
          <a:p>
            <a:pPr>
              <a:lnSpc>
                <a:spcPct val="150000"/>
              </a:lnSpc>
            </a:pPr>
            <a:r>
              <a:rPr lang="en-US" sz="1500">
                <a:latin typeface="Arial" panose="020B0604020202020204" pitchFamily="34" charset="0"/>
                <a:ea typeface="MS Mincho" panose="02020609040205080304" pitchFamily="49" charset="-128"/>
              </a:rPr>
              <a:t>Fill out your business information and select and business category. The details will be used to generate relevant images content, map and content form</a:t>
            </a:r>
          </a:p>
          <a:p>
            <a:pPr>
              <a:lnSpc>
                <a:spcPct val="150000"/>
              </a:lnSpc>
            </a:pPr>
            <a:r>
              <a:rPr lang="en-US" sz="1500">
                <a:latin typeface="Arial" panose="020B0604020202020204" pitchFamily="34" charset="0"/>
                <a:ea typeface="MS Mincho" panose="02020609040205080304" pitchFamily="49" charset="-128"/>
              </a:rPr>
              <a:t>Select a design theme and click preview. </a:t>
            </a:r>
          </a:p>
          <a:p>
            <a:pPr>
              <a:lnSpc>
                <a:spcPct val="150000"/>
              </a:lnSpc>
            </a:pPr>
            <a:r>
              <a:rPr lang="en-US" sz="1500">
                <a:latin typeface="Arial" panose="020B0604020202020204" pitchFamily="34" charset="0"/>
                <a:ea typeface="MS Mincho" panose="02020609040205080304" pitchFamily="49" charset="-128"/>
              </a:rPr>
              <a:t>At this time, you can add a logo. Click create and the site will propagate.</a:t>
            </a:r>
          </a:p>
          <a:p>
            <a:pPr>
              <a:lnSpc>
                <a:spcPct val="150000"/>
              </a:lnSpc>
            </a:pPr>
            <a:r>
              <a:rPr lang="en-US" sz="1500">
                <a:latin typeface="Arial" panose="020B0604020202020204" pitchFamily="34" charset="0"/>
                <a:ea typeface="MS Mincho" panose="02020609040205080304" pitchFamily="49" charset="-128"/>
              </a:rPr>
              <a:t>You can then make any edits through online presence builder and publish. </a:t>
            </a:r>
          </a:p>
          <a:p>
            <a:pPr>
              <a:lnSpc>
                <a:spcPct val="150000"/>
              </a:lnSpc>
            </a:pPr>
            <a:endParaRPr lang="en-US" sz="1500">
              <a:latin typeface="Arial" panose="020B0604020202020204" pitchFamily="34" charset="0"/>
              <a:ea typeface="MS Mincho" panose="02020609040205080304" pitchFamily="49" charset="-128"/>
            </a:endParaRPr>
          </a:p>
          <a:p>
            <a:pPr>
              <a:lnSpc>
                <a:spcPct val="150000"/>
              </a:lnSpc>
            </a:pPr>
            <a:endParaRPr lang="en-US" sz="1500">
              <a:latin typeface="Arial" panose="020B0604020202020204" pitchFamily="34" charset="0"/>
              <a:ea typeface="MS Mincho" panose="02020609040205080304" pitchFamily="49" charset="-128"/>
            </a:endParaRPr>
          </a:p>
        </p:txBody>
      </p:sp>
      <p:pic>
        <p:nvPicPr>
          <p:cNvPr id="3" name="Picture 2" descr="Graphical user interface, website&#10;&#10;Description automatically generated">
            <a:extLst>
              <a:ext uri="{FF2B5EF4-FFF2-40B4-BE49-F238E27FC236}">
                <a16:creationId xmlns:a16="http://schemas.microsoft.com/office/drawing/2014/main" id="{92CA5C19-85F0-F8D1-2E1D-848E8F9B2104}"/>
              </a:ext>
            </a:extLst>
          </p:cNvPr>
          <p:cNvPicPr>
            <a:picLocks noChangeAspect="1"/>
          </p:cNvPicPr>
          <p:nvPr/>
        </p:nvPicPr>
        <p:blipFill>
          <a:blip r:embed="rId2"/>
          <a:stretch>
            <a:fillRect/>
          </a:stretch>
        </p:blipFill>
        <p:spPr>
          <a:xfrm>
            <a:off x="6235001" y="2190274"/>
            <a:ext cx="5759450" cy="2917190"/>
          </a:xfrm>
          <a:prstGeom prst="rect">
            <a:avLst/>
          </a:prstGeom>
        </p:spPr>
      </p:pic>
    </p:spTree>
    <p:extLst>
      <p:ext uri="{BB962C8B-B14F-4D97-AF65-F5344CB8AC3E}">
        <p14:creationId xmlns:p14="http://schemas.microsoft.com/office/powerpoint/2010/main" val="3772158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3200" b="1">
                <a:solidFill>
                  <a:srgbClr val="2CADB2"/>
                </a:solidFill>
                <a:effectLst/>
                <a:latin typeface="Arial" panose="020B0604020202020204" pitchFamily="34" charset="0"/>
                <a:ea typeface="MS Mincho" panose="02020609040205080304" pitchFamily="49" charset="-128"/>
              </a:rPr>
              <a:t>Benefits</a:t>
            </a:r>
            <a:endParaRPr lang="en-US" sz="3200" b="1">
              <a:solidFill>
                <a:srgbClr val="2CADB2"/>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508750" y="1467225"/>
            <a:ext cx="4845050" cy="761868"/>
          </a:xfrm>
        </p:spPr>
        <p:txBody>
          <a:bodyPr>
            <a:normAutofit/>
          </a:bodyPr>
          <a:lstStyle/>
          <a:p>
            <a:pPr marL="0" marR="54610" indent="0">
              <a:spcBef>
                <a:spcPts val="600"/>
              </a:spcBef>
              <a:spcAft>
                <a:spcPts val="600"/>
              </a:spcAft>
              <a:buSzPts val="800"/>
              <a:buNone/>
            </a:pPr>
            <a:r>
              <a:rPr lang="en-US" sz="1400">
                <a:solidFill>
                  <a:srgbClr val="000000"/>
                </a:solidFill>
                <a:effectLst/>
                <a:latin typeface="Arial" panose="020B0604020202020204" pitchFamily="34" charset="0"/>
                <a:ea typeface="Times New Roman" panose="02020603050405020304" pitchFamily="18" charset="0"/>
              </a:rPr>
              <a:t>Our Drag and Drop editor allows users to easily create a website and even create a One-Page Website with a few clicks.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60262" y="1627080"/>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Made for everyone</a:t>
            </a:r>
            <a:endParaRPr lang="en-US" sz="240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25608" y="2652895"/>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Cost </a:t>
            </a:r>
            <a:r>
              <a:rPr lang="en-US" sz="1600">
                <a:latin typeface="Arial" panose="020B0604020202020204" pitchFamily="34" charset="0"/>
                <a:ea typeface="MS Mincho" panose="02020609040205080304" pitchFamily="49" charset="-128"/>
              </a:rPr>
              <a:t>effective</a:t>
            </a:r>
            <a:endParaRPr lang="en-US" sz="240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25608" y="401299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Easy Management</a:t>
            </a:r>
            <a:endParaRPr lang="en-US" sz="240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605349" y="1808922"/>
            <a:ext cx="2490651"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605349" y="2877994"/>
            <a:ext cx="2490651"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BACB72-1A30-62DB-ABA3-C4BD30412D3A}"/>
              </a:ext>
            </a:extLst>
          </p:cNvPr>
          <p:cNvCxnSpPr>
            <a:cxnSpLocks/>
          </p:cNvCxnSpPr>
          <p:nvPr/>
        </p:nvCxnSpPr>
        <p:spPr>
          <a:xfrm>
            <a:off x="3675017" y="4162911"/>
            <a:ext cx="2078082"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51E5BF24-0F75-7190-8C9E-8A82A22608ED}"/>
              </a:ext>
            </a:extLst>
          </p:cNvPr>
          <p:cNvSpPr txBox="1">
            <a:spLocks/>
          </p:cNvSpPr>
          <p:nvPr/>
        </p:nvSpPr>
        <p:spPr>
          <a:xfrm>
            <a:off x="6438900" y="2605463"/>
            <a:ext cx="5257800" cy="6325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r>
              <a:rPr lang="en-US" sz="1400">
                <a:effectLst/>
                <a:latin typeface="Arial" panose="020B0604020202020204" pitchFamily="34" charset="0"/>
                <a:ea typeface="Times New Roman" panose="02020603050405020304" pitchFamily="18" charset="0"/>
                <a:cs typeface="Arial" panose="020B0604020202020204" pitchFamily="34" charset="0"/>
              </a:rPr>
              <a:t>Get all the key features needed to build, market and manage a website at an affordable price.</a:t>
            </a:r>
            <a:endParaRPr lang="en-US" sz="1400">
              <a:effectLst/>
              <a:latin typeface="Arial" panose="020B0604020202020204" pitchFamily="34" charset="0"/>
              <a:ea typeface="Cambria" panose="02040503050406030204" pitchFamily="18" charset="0"/>
              <a:cs typeface="Arial" panose="020B0604020202020204" pitchFamily="34" charset="0"/>
            </a:endParaRPr>
          </a:p>
          <a:p>
            <a:pPr marL="0" marR="54610" lvl="0" indent="0">
              <a:spcBef>
                <a:spcPts val="600"/>
              </a:spcBef>
              <a:spcAft>
                <a:spcPts val="600"/>
              </a:spcAft>
              <a:buSzPts val="800"/>
              <a:buNone/>
            </a:pPr>
            <a:endParaRPr lang="en-US" sz="1400">
              <a:effectLst/>
              <a:latin typeface="Cambria" panose="02040503050406030204" pitchFamily="18" charset="0"/>
              <a:ea typeface="Cambria" panose="02040503050406030204" pitchFamily="18" charset="0"/>
              <a:cs typeface="Arial" panose="020B0604020202020204" pitchFamily="34" charset="0"/>
            </a:endParaRPr>
          </a:p>
        </p:txBody>
      </p:sp>
      <p:sp>
        <p:nvSpPr>
          <p:cNvPr id="6" name="Content Placeholder 3">
            <a:extLst>
              <a:ext uri="{FF2B5EF4-FFF2-40B4-BE49-F238E27FC236}">
                <a16:creationId xmlns:a16="http://schemas.microsoft.com/office/drawing/2014/main" id="{DBFF0A62-047F-C7E4-734A-B4391B671A21}"/>
              </a:ext>
            </a:extLst>
          </p:cNvPr>
          <p:cNvSpPr txBox="1">
            <a:spLocks/>
          </p:cNvSpPr>
          <p:nvPr/>
        </p:nvSpPr>
        <p:spPr>
          <a:xfrm>
            <a:off x="6381223" y="3644443"/>
            <a:ext cx="5257800" cy="10857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r>
              <a:rPr lang="en-US" sz="1400">
                <a:effectLst/>
                <a:latin typeface="Arial" panose="020B0604020202020204" pitchFamily="34" charset="0"/>
                <a:ea typeface="Times New Roman" panose="02020603050405020304" pitchFamily="18" charset="0"/>
                <a:cs typeface="Arial" panose="020B0604020202020204" pitchFamily="34" charset="0"/>
              </a:rPr>
              <a:t>Access an intuitive online dashboard to manage your online presence, domain, and other services. </a:t>
            </a:r>
            <a:endParaRPr lang="en-US" sz="1400">
              <a:effectLst/>
              <a:latin typeface="Cambria" panose="02040503050406030204" pitchFamily="18" charset="0"/>
              <a:ea typeface="Cambria" panose="02040503050406030204" pitchFamily="18" charset="0"/>
              <a:cs typeface="Arial" panose="020B0604020202020204" pitchFamily="34" charset="0"/>
            </a:endParaRPr>
          </a:p>
          <a:p>
            <a:pPr marL="0" indent="0">
              <a:buNone/>
            </a:pPr>
            <a:r>
              <a:rPr lang="en-US" sz="1400">
                <a:effectLst/>
                <a:latin typeface="Arial" panose="020B0604020202020204" pitchFamily="34" charset="0"/>
                <a:ea typeface="Times New Roman" panose="02020603050405020304" pitchFamily="18" charset="0"/>
              </a:rPr>
              <a:t>View website analytics, including traffic, clicks and most popular pages. </a:t>
            </a:r>
            <a:endParaRPr lang="en-US" sz="1400">
              <a:latin typeface="Arial" panose="020B0604020202020204" pitchFamily="34" charset="0"/>
              <a:cs typeface="Arial" panose="020B0604020202020204" pitchFamily="34" charset="0"/>
            </a:endParaRPr>
          </a:p>
        </p:txBody>
      </p:sp>
      <p:sp>
        <p:nvSpPr>
          <p:cNvPr id="11" name="Content Placeholder 3">
            <a:extLst>
              <a:ext uri="{FF2B5EF4-FFF2-40B4-BE49-F238E27FC236}">
                <a16:creationId xmlns:a16="http://schemas.microsoft.com/office/drawing/2014/main" id="{3F9F3536-8C42-26E0-2CE8-8D62057BDC3F}"/>
              </a:ext>
            </a:extLst>
          </p:cNvPr>
          <p:cNvSpPr txBox="1">
            <a:spLocks/>
          </p:cNvSpPr>
          <p:nvPr/>
        </p:nvSpPr>
        <p:spPr>
          <a:xfrm>
            <a:off x="860262" y="5377958"/>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24/7 Access</a:t>
            </a:r>
            <a:endParaRPr lang="en-US" sz="2400"/>
          </a:p>
        </p:txBody>
      </p:sp>
      <p:cxnSp>
        <p:nvCxnSpPr>
          <p:cNvPr id="18" name="Straight Connector 17">
            <a:extLst>
              <a:ext uri="{FF2B5EF4-FFF2-40B4-BE49-F238E27FC236}">
                <a16:creationId xmlns:a16="http://schemas.microsoft.com/office/drawing/2014/main" id="{C69FC274-B137-4893-C943-3F9E055A316E}"/>
              </a:ext>
            </a:extLst>
          </p:cNvPr>
          <p:cNvCxnSpPr>
            <a:cxnSpLocks/>
          </p:cNvCxnSpPr>
          <p:nvPr/>
        </p:nvCxnSpPr>
        <p:spPr>
          <a:xfrm>
            <a:off x="3675017" y="5510291"/>
            <a:ext cx="2353405"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sp>
        <p:nvSpPr>
          <p:cNvPr id="19" name="Content Placeholder 3">
            <a:extLst>
              <a:ext uri="{FF2B5EF4-FFF2-40B4-BE49-F238E27FC236}">
                <a16:creationId xmlns:a16="http://schemas.microsoft.com/office/drawing/2014/main" id="{3D74B603-EF63-26CE-F334-415D4E306A37}"/>
              </a:ext>
            </a:extLst>
          </p:cNvPr>
          <p:cNvSpPr txBox="1">
            <a:spLocks/>
          </p:cNvSpPr>
          <p:nvPr/>
        </p:nvSpPr>
        <p:spPr>
          <a:xfrm>
            <a:off x="6360525" y="5311180"/>
            <a:ext cx="5257800" cy="6545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400">
                <a:effectLst/>
                <a:latin typeface="Arial" panose="020B0604020202020204" pitchFamily="34" charset="0"/>
                <a:ea typeface="Times New Roman" panose="02020603050405020304" pitchFamily="18" charset="0"/>
              </a:rPr>
              <a:t>Manage your website from anywhere that has internet connection</a:t>
            </a:r>
            <a:endParaRPr lang="en-US" sz="1400">
              <a:latin typeface="Arial" panose="020B0604020202020204" pitchFamily="34" charset="0"/>
              <a:cs typeface="Arial" panose="020B0604020202020204" pitchFamily="34" charset="0"/>
            </a:endParaRPr>
          </a:p>
        </p:txBody>
      </p:sp>
      <p:cxnSp>
        <p:nvCxnSpPr>
          <p:cNvPr id="46" name="Straight Connector 45">
            <a:extLst>
              <a:ext uri="{FF2B5EF4-FFF2-40B4-BE49-F238E27FC236}">
                <a16:creationId xmlns:a16="http://schemas.microsoft.com/office/drawing/2014/main" id="{9B4E93B5-2B42-6216-B3DB-150B4F8C6792}"/>
              </a:ext>
            </a:extLst>
          </p:cNvPr>
          <p:cNvCxnSpPr>
            <a:cxnSpLocks/>
          </p:cNvCxnSpPr>
          <p:nvPr/>
        </p:nvCxnSpPr>
        <p:spPr>
          <a:xfrm>
            <a:off x="5763936" y="4432990"/>
            <a:ext cx="264486"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B6CC38E-A33B-2957-FD60-7208E192980E}"/>
              </a:ext>
            </a:extLst>
          </p:cNvPr>
          <p:cNvCxnSpPr>
            <a:cxnSpLocks/>
          </p:cNvCxnSpPr>
          <p:nvPr/>
        </p:nvCxnSpPr>
        <p:spPr>
          <a:xfrm>
            <a:off x="5763936" y="3936638"/>
            <a:ext cx="264486"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0BEF803-ADDD-4649-863F-7361E2C2AA3C}"/>
              </a:ext>
            </a:extLst>
          </p:cNvPr>
          <p:cNvCxnSpPr>
            <a:cxnSpLocks/>
          </p:cNvCxnSpPr>
          <p:nvPr/>
        </p:nvCxnSpPr>
        <p:spPr>
          <a:xfrm flipV="1">
            <a:off x="5763936" y="3941686"/>
            <a:ext cx="0" cy="491304"/>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Q &amp; A / Next steps</a:t>
            </a:r>
            <a:endParaRPr lang="en-US" sz="320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Frequently Asked Questions</a:t>
            </a:r>
            <a:endParaRPr lang="en-US" sz="320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48056" y="571815"/>
            <a:ext cx="4370832" cy="30716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a:solidFill>
                  <a:srgbClr val="2CADB2"/>
                </a:solidFill>
                <a:effectLst/>
                <a:latin typeface="Arial" panose="020B0604020202020204" pitchFamily="34" charset="0"/>
                <a:ea typeface="MS Mincho" panose="02020609040205080304" pitchFamily="49" charset="-128"/>
                <a:cs typeface="Arial" panose="020B0604020202020204" pitchFamily="34" charset="0"/>
              </a:rPr>
              <a:t>1. How do I use Online presence builder?</a:t>
            </a:r>
          </a:p>
          <a:p>
            <a:pPr marL="0" marR="0" indent="0">
              <a:spcBef>
                <a:spcPts val="500"/>
              </a:spcBef>
              <a:spcAft>
                <a:spcPts val="0"/>
              </a:spcAft>
              <a:buNone/>
            </a:pPr>
            <a:endParaRPr lang="en-US" sz="1400">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Launch Online Presence Builder. You can select a new design from a selection of brand new, stylish designs created by professionals (and remember you can change your design at any time). Customizing your site by dragging and dropping your elements onto the page. Select elements from the left-hand menu (for example a heading, text or image), drag and drop it on to your web page, and double-click to edit the element.</a:t>
            </a:r>
            <a:endParaRPr lang="en-US" sz="1400">
              <a:effectLst/>
              <a:latin typeface="Arial" panose="020B0604020202020204" pitchFamily="34" charset="0"/>
              <a:ea typeface="MS Mincho" panose="02020609040205080304" pitchFamily="49" charset="-128"/>
            </a:endParaRPr>
          </a:p>
          <a:p>
            <a:pPr marL="0" marR="0" indent="0">
              <a:spcBef>
                <a:spcPts val="50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We’ve included a user guide to help walk you through the process of upgrading your website using the new Online Presence Builder. </a:t>
            </a:r>
            <a:endParaRPr lang="en-US" sz="140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B07F7BBF-03E8-2C23-302A-6C9602879203}"/>
              </a:ext>
            </a:extLst>
          </p:cNvPr>
          <p:cNvSpPr txBox="1">
            <a:spLocks/>
          </p:cNvSpPr>
          <p:nvPr/>
        </p:nvSpPr>
        <p:spPr>
          <a:xfrm>
            <a:off x="448056" y="3930868"/>
            <a:ext cx="4370832" cy="28008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a:solidFill>
                  <a:srgbClr val="2CADB2"/>
                </a:solidFill>
                <a:effectLst/>
                <a:latin typeface="Arial" panose="020B0604020202020204" pitchFamily="34" charset="0"/>
                <a:ea typeface="MS Mincho" panose="02020609040205080304" pitchFamily="49" charset="-128"/>
                <a:cs typeface="Arial" panose="020B0604020202020204" pitchFamily="34" charset="0"/>
              </a:rPr>
              <a:t>2. Do I need to build a separate mobile site with the Online Presence Builder?</a:t>
            </a:r>
          </a:p>
          <a:p>
            <a:pPr marL="0" marR="0" indent="0" fontAlgn="base">
              <a:spcBef>
                <a:spcPts val="0"/>
              </a:spcBef>
              <a:spcAft>
                <a:spcPts val="0"/>
              </a:spcAft>
              <a:buNone/>
            </a:pPr>
            <a:endParaRPr lang="en-US" sz="140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No – Online Presence Builder uses a responsive design to automatically adapt your site to look great on every device: desktop, mobile or tablet. There’s no need for you to spend the time in developing a separate, mobile-friendly site. Your website will automatically adapt to the device your visitors are using, with the important details front and center. When designing and editing your website, you can preview how it looks on a desktop, tablet or mobile view.</a:t>
            </a:r>
            <a:endParaRPr lang="en-US" sz="1400">
              <a:effectLst/>
              <a:latin typeface="Arial" panose="020B0604020202020204" pitchFamily="34" charset="0"/>
              <a:ea typeface="MS Mincho" panose="02020609040205080304" pitchFamily="49" charset="-128"/>
            </a:endParaRPr>
          </a:p>
          <a:p>
            <a:pPr marL="0" marR="0" indent="0">
              <a:spcBef>
                <a:spcPts val="500"/>
              </a:spcBef>
              <a:spcAft>
                <a:spcPts val="0"/>
              </a:spcAft>
              <a:buNone/>
            </a:pPr>
            <a:endParaRPr lang="en-US" sz="1800">
              <a:effectLst/>
              <a:latin typeface="Arial" panose="020B0604020202020204" pitchFamily="34" charset="0"/>
              <a:ea typeface="MS Mincho" panose="02020609040205080304" pitchFamily="49" charset="-128"/>
              <a:cs typeface="Arial" panose="020B0604020202020204" pitchFamily="34" charset="0"/>
            </a:endParaRPr>
          </a:p>
        </p:txBody>
      </p:sp>
      <p:sp>
        <p:nvSpPr>
          <p:cNvPr id="4" name="Content Placeholder 2">
            <a:extLst>
              <a:ext uri="{FF2B5EF4-FFF2-40B4-BE49-F238E27FC236}">
                <a16:creationId xmlns:a16="http://schemas.microsoft.com/office/drawing/2014/main" id="{D3F1B8E2-2F32-2061-F50E-0B1D6E6209DF}"/>
              </a:ext>
            </a:extLst>
          </p:cNvPr>
          <p:cNvSpPr txBox="1">
            <a:spLocks/>
          </p:cNvSpPr>
          <p:nvPr/>
        </p:nvSpPr>
        <p:spPr>
          <a:xfrm>
            <a:off x="6096000" y="3930868"/>
            <a:ext cx="4370832" cy="249861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a:solidFill>
                  <a:srgbClr val="2CADB2"/>
                </a:solidFill>
                <a:effectLst/>
                <a:latin typeface="Arial" panose="020B0604020202020204" pitchFamily="34" charset="0"/>
                <a:ea typeface="MS Mincho" panose="02020609040205080304" pitchFamily="49" charset="-128"/>
                <a:cs typeface="Arial" panose="020B0604020202020204" pitchFamily="34" charset="0"/>
              </a:rPr>
              <a:t>4. Can I transfer my existing website to the new Online Presence Builder?</a:t>
            </a:r>
          </a:p>
          <a:p>
            <a:pPr marL="0" indent="0">
              <a:spcBef>
                <a:spcPts val="500"/>
              </a:spcBef>
              <a:buNone/>
            </a:pPr>
            <a:endParaRPr lang="en-US" sz="1400">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Not at this time. We built the new Online Presence Builder with fresh new designs that are SEO-friendly. Once you choose a design template, you can easily copy and paste text and upload your existing images into the Online Presence Builder. You might take this opportunity to refresh your content and make sure your details are up to date. When you’re finished, you’ll have fantastic, new site that looks great on every device.</a:t>
            </a:r>
            <a:endParaRPr lang="en-US" sz="1400">
              <a:effectLst/>
              <a:latin typeface="Arial" panose="020B0604020202020204" pitchFamily="34" charset="0"/>
              <a:ea typeface="MS Mincho" panose="02020609040205080304" pitchFamily="49" charset="-128"/>
            </a:endParaRPr>
          </a:p>
          <a:p>
            <a:endParaRPr lang="en-US" sz="1200">
              <a:effectLst/>
              <a:latin typeface="Times New Roman" panose="02020603050405020304" pitchFamily="18" charset="0"/>
              <a:ea typeface="Times New Roman" panose="02020603050405020304" pitchFamily="18" charset="0"/>
            </a:endParaRPr>
          </a:p>
        </p:txBody>
      </p:sp>
      <p:sp>
        <p:nvSpPr>
          <p:cNvPr id="6" name="Content Placeholder 2">
            <a:extLst>
              <a:ext uri="{FF2B5EF4-FFF2-40B4-BE49-F238E27FC236}">
                <a16:creationId xmlns:a16="http://schemas.microsoft.com/office/drawing/2014/main" id="{2BF6A380-B2ED-72B3-89F0-D340F2359286}"/>
              </a:ext>
            </a:extLst>
          </p:cNvPr>
          <p:cNvSpPr txBox="1">
            <a:spLocks/>
          </p:cNvSpPr>
          <p:nvPr/>
        </p:nvSpPr>
        <p:spPr>
          <a:xfrm>
            <a:off x="6096000" y="944852"/>
            <a:ext cx="4370832" cy="17068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a:solidFill>
                  <a:srgbClr val="2CADB2"/>
                </a:solidFill>
                <a:effectLst/>
                <a:latin typeface="Arial" panose="020B0604020202020204" pitchFamily="34" charset="0"/>
                <a:ea typeface="MS Mincho" panose="02020609040205080304" pitchFamily="49" charset="-128"/>
                <a:cs typeface="Arial" panose="020B0604020202020204" pitchFamily="34" charset="0"/>
              </a:rPr>
              <a:t>3. Can I change my design once I select it?</a:t>
            </a:r>
          </a:p>
          <a:p>
            <a:pPr marL="0" marR="0" indent="0">
              <a:spcBef>
                <a:spcPts val="500"/>
              </a:spcBef>
              <a:spcAft>
                <a:spcPts val="0"/>
              </a:spcAft>
              <a:buNone/>
            </a:pPr>
            <a:endParaRPr lang="en-US" sz="1400">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Yes, you can change your design at any time. Select “Design” in the tool to view the available designs. You also have the option to preview how existing content will look with the new design before making the change.</a:t>
            </a:r>
            <a:endParaRPr lang="en-US" sz="1400">
              <a:effectLst/>
              <a:latin typeface="Arial" panose="020B0604020202020204" pitchFamily="34" charset="0"/>
              <a:ea typeface="MS Mincho" panose="02020609040205080304" pitchFamily="49" charset="-128"/>
            </a:endParaRPr>
          </a:p>
          <a:p>
            <a:pPr marL="0" marR="0" indent="0">
              <a:spcBef>
                <a:spcPts val="500"/>
              </a:spcBef>
              <a:spcAft>
                <a:spcPts val="0"/>
              </a:spcAft>
              <a:buNone/>
            </a:pPr>
            <a:endParaRPr lang="en-US" sz="180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Probing Questions</a:t>
            </a:r>
            <a:endParaRPr lang="en-US" sz="3200">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5968339" y="4128113"/>
            <a:ext cx="4702993" cy="264577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If you don’t have a website how are promoting your business?</a:t>
            </a:r>
          </a:p>
          <a:p>
            <a:pPr marL="0" indent="0" fontAlgn="base">
              <a:spcBef>
                <a:spcPts val="0"/>
              </a:spcBef>
              <a:buNone/>
            </a:pPr>
            <a:br>
              <a:rPr lang="en-US" sz="1400">
                <a:effectLst/>
                <a:latin typeface="Arial" panose="020B0604020202020204" pitchFamily="34" charset="0"/>
                <a:ea typeface="Times New Roman" panose="02020603050405020304" pitchFamily="18" charset="0"/>
                <a:cs typeface="Arial" panose="020B0604020202020204" pitchFamily="34" charset="0"/>
              </a:rPr>
            </a:br>
            <a:r>
              <a:rPr lang="en-US" sz="1400">
                <a:solidFill>
                  <a:srgbClr val="000000"/>
                </a:solidFill>
                <a:effectLst/>
                <a:latin typeface="Arial" panose="020B0604020202020204" pitchFamily="34" charset="0"/>
                <a:ea typeface="Times New Roman" panose="02020603050405020304" pitchFamily="18" charset="0"/>
              </a:rPr>
              <a:t>Your website works for you, people can learn about your business even when your storefront is closed. You could be reaching a whole other client base that has yet to know your product/service. </a:t>
            </a:r>
            <a:endParaRPr lang="en-US" sz="14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400">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804670" y="509691"/>
            <a:ext cx="4702993" cy="326111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What would happen if I Googled what your business offers, in your city? Would your business show up?</a:t>
            </a:r>
          </a:p>
          <a:p>
            <a:pPr marL="0" marR="0" indent="0" fontAlgn="base">
              <a:spcBef>
                <a:spcPts val="0"/>
              </a:spcBef>
              <a:spcAft>
                <a:spcPts val="0"/>
              </a:spcAft>
              <a:buNone/>
            </a:pPr>
            <a:endParaRPr lang="en-US" sz="14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Do you know that 9 out of 10 purchases start online? You need to get found online. You could be losing customers every day to your competitors. </a:t>
            </a:r>
          </a:p>
          <a:p>
            <a:pPr marL="0" marR="0" indent="0" fontAlgn="base">
              <a:spcBef>
                <a:spcPts val="0"/>
              </a:spcBef>
              <a:spcAft>
                <a:spcPts val="0"/>
              </a:spcAft>
              <a:buNone/>
            </a:pPr>
            <a:endParaRPr lang="en-US" sz="14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Stop losing business to the competition who are getting in front of your potential customers online. Online Presence Builder allows anyone to build impressive websites that perform on every screen and help you get found online. Plus, a domain and branded email, features that drive your visitors to action, all accessible in one simple interface. Save time and make an impact.</a:t>
            </a: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What do you think?</a:t>
            </a:r>
          </a:p>
        </p:txBody>
      </p:sp>
      <p:sp>
        <p:nvSpPr>
          <p:cNvPr id="4" name="Content Placeholder 2">
            <a:extLst>
              <a:ext uri="{FF2B5EF4-FFF2-40B4-BE49-F238E27FC236}">
                <a16:creationId xmlns:a16="http://schemas.microsoft.com/office/drawing/2014/main" id="{2AC7514F-3A8B-FC66-886A-105E74F5A771}"/>
              </a:ext>
            </a:extLst>
          </p:cNvPr>
          <p:cNvSpPr txBox="1">
            <a:spLocks/>
          </p:cNvSpPr>
          <p:nvPr/>
        </p:nvSpPr>
        <p:spPr>
          <a:xfrm>
            <a:off x="5968339" y="439521"/>
            <a:ext cx="4809178" cy="340095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Do you have a website?</a:t>
            </a:r>
          </a:p>
          <a:p>
            <a:pPr marL="0" marR="0" indent="0" fontAlgn="base">
              <a:spcBef>
                <a:spcPts val="0"/>
              </a:spcBef>
              <a:spcAft>
                <a:spcPts val="0"/>
              </a:spcAft>
              <a:buNone/>
            </a:pPr>
            <a:endPar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Yes? </a:t>
            </a:r>
          </a:p>
          <a:p>
            <a:pPr fontAlgn="base">
              <a:spcBef>
                <a:spcPts val="0"/>
              </a:spcBef>
            </a:pPr>
            <a:r>
              <a:rPr lang="en-US" sz="1400">
                <a:effectLst/>
                <a:latin typeface="Arial" panose="020B0604020202020204" pitchFamily="34" charset="0"/>
                <a:ea typeface="Times New Roman" panose="02020603050405020304" pitchFamily="18" charset="0"/>
                <a:cs typeface="Arial" panose="020B0604020202020204" pitchFamily="34" charset="0"/>
              </a:rPr>
              <a:t>How could your website be improved: design, mobile-friendly, selling online, attract new customers? </a:t>
            </a: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No? </a:t>
            </a:r>
          </a:p>
          <a:p>
            <a:pPr fontAlgn="base">
              <a:spcBef>
                <a:spcPts val="0"/>
              </a:spcBef>
            </a:pPr>
            <a:r>
              <a:rPr lang="en-US" sz="1400">
                <a:effectLst/>
                <a:latin typeface="Arial" panose="020B0604020202020204" pitchFamily="34" charset="0"/>
                <a:ea typeface="Times New Roman" panose="02020603050405020304" pitchFamily="18" charset="0"/>
                <a:cs typeface="Arial" panose="020B0604020202020204" pitchFamily="34" charset="0"/>
              </a:rPr>
              <a:t>Great, don’t lose any more time waiting! It’s important to have a professional online presence so customers can trust your business’ credibility.</a:t>
            </a:r>
          </a:p>
          <a:p>
            <a:pPr fontAlgn="base">
              <a:spcBef>
                <a:spcPts val="0"/>
              </a:spcBef>
            </a:pPr>
            <a:r>
              <a:rPr lang="en-US" sz="1400">
                <a:effectLst/>
                <a:latin typeface="Arial" panose="020B0604020202020204" pitchFamily="34" charset="0"/>
                <a:ea typeface="Times New Roman" panose="02020603050405020304" pitchFamily="18" charset="0"/>
                <a:cs typeface="Arial" panose="020B0604020202020204" pitchFamily="34" charset="0"/>
              </a:rPr>
              <a:t>Online Presence Builder is a really great, cost-effective way to get started online that won’t take up your time. There’s a two-step on-boarder that produces a fully responsive (meaning optimized for tablets and smartphones) website with your contact info, a Google map and lead form that sends inquires to your email. Then you can add more pages and customize it whenever you decide.</a:t>
            </a:r>
          </a:p>
          <a:p>
            <a:pPr marL="0" marR="0" indent="0" fontAlgn="base">
              <a:spcBef>
                <a:spcPts val="0"/>
              </a:spcBef>
              <a:spcAft>
                <a:spcPts val="0"/>
              </a:spcAft>
              <a:buNone/>
            </a:pPr>
            <a:endPar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Content Placeholder 2">
            <a:extLst>
              <a:ext uri="{FF2B5EF4-FFF2-40B4-BE49-F238E27FC236}">
                <a16:creationId xmlns:a16="http://schemas.microsoft.com/office/drawing/2014/main" id="{7163A6A9-5C02-DCA8-F133-35F7733ED09D}"/>
              </a:ext>
            </a:extLst>
          </p:cNvPr>
          <p:cNvSpPr txBox="1">
            <a:spLocks/>
          </p:cNvSpPr>
          <p:nvPr/>
        </p:nvSpPr>
        <p:spPr>
          <a:xfrm>
            <a:off x="804670" y="4128113"/>
            <a:ext cx="4702993" cy="28899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How often are you updating your website?</a:t>
            </a:r>
          </a:p>
          <a:p>
            <a:pPr marL="0" marR="0" indent="0" fontAlgn="base">
              <a:spcBef>
                <a:spcPts val="0"/>
              </a:spcBef>
              <a:spcAft>
                <a:spcPts val="0"/>
              </a:spcAft>
              <a:buNone/>
            </a:pPr>
            <a:r>
              <a:rPr lang="en-US" sz="140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400">
                <a:solidFill>
                  <a:srgbClr val="000000"/>
                </a:solidFill>
                <a:effectLst/>
                <a:latin typeface="Arial" panose="020B0604020202020204" pitchFamily="34" charset="0"/>
                <a:ea typeface="Times New Roman" panose="02020603050405020304" pitchFamily="18" charset="0"/>
              </a:rPr>
              <a:t>Websites that are updated between 30-60 days are going to show up higher in search engine rankings because the material is viewed as fresh and up to date. With Online Presence Builder it’s easy to build and make edits to your website. </a:t>
            </a:r>
            <a:endParaRPr lang="en-US" sz="14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400" b="1">
              <a:solidFill>
                <a:srgbClr val="2CADB2"/>
              </a:solidFill>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Objection Handlers</a:t>
            </a:r>
            <a:endParaRPr lang="en-US" sz="320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75118" y="357049"/>
            <a:ext cx="4702993" cy="418011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2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 already have a website / happy with my current provider.</a:t>
            </a:r>
            <a:endParaRPr lang="en-US" sz="1200">
              <a:latin typeface="Arial" panose="020B0604020202020204" pitchFamily="34" charset="0"/>
              <a:ea typeface="MS Mincho" panose="02020609040205080304" pitchFamily="49" charset="-128"/>
              <a:cs typeface="Arial" panose="020B0604020202020204" pitchFamily="34" charset="0"/>
            </a:endParaRPr>
          </a:p>
          <a:p>
            <a:pPr marL="0" marR="0" indent="0">
              <a:spcBef>
                <a:spcPts val="600"/>
              </a:spcBef>
              <a:spcAft>
                <a:spcPts val="600"/>
              </a:spcAft>
              <a:buNone/>
            </a:pPr>
            <a:r>
              <a:rPr lang="en-CA" sz="1200">
                <a:effectLst/>
                <a:latin typeface="Arial" panose="020B0604020202020204" pitchFamily="34" charset="0"/>
                <a:ea typeface="Calibri" panose="020F0502020204030204" pitchFamily="34" charset="0"/>
                <a:cs typeface="Arial" panose="020B0604020202020204" pitchFamily="34" charset="0"/>
              </a:rPr>
              <a:t>Does your website get found by customers searching online? Does it have an impact on your business and help drive sales and prospects? Does it include marketing tools to help promote your business?</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Symbol" panose="05050102010706020507" pitchFamily="18" charset="2"/>
              <a:buChar char=""/>
            </a:pPr>
            <a:r>
              <a:rPr lang="en-CA" sz="1200">
                <a:effectLst/>
                <a:latin typeface="Arial" panose="020B0604020202020204" pitchFamily="34" charset="0"/>
                <a:ea typeface="Calibri" panose="020F0502020204030204" pitchFamily="34" charset="0"/>
                <a:cs typeface="Arial" panose="020B0604020202020204" pitchFamily="34" charset="0"/>
              </a:rPr>
              <a:t>Our plans include a full offering of marketing tools such as:</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Email marketing to promote your products or services and drive traffic to your new website.</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Social media tools make it easy to post one time with one login, to Twitter, Facebook and LinkedIn.</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Optimization tool with access for optimizing your website for search engines.</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Website analytics to measure visitors and what pages are most popular.</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You can also update your plan at any time, so your website can grow with your business – add an online store or upgrade your online marketing.</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500"/>
              </a:spcBef>
              <a:buNone/>
            </a:pPr>
            <a:endParaRPr lang="en-US" sz="105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509E700F-6E44-3DE7-7400-7C7AAB98CE92}"/>
              </a:ext>
            </a:extLst>
          </p:cNvPr>
          <p:cNvSpPr txBox="1">
            <a:spLocks/>
          </p:cNvSpPr>
          <p:nvPr/>
        </p:nvSpPr>
        <p:spPr>
          <a:xfrm>
            <a:off x="6096000" y="3542804"/>
            <a:ext cx="4702993" cy="229154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2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 don’t know how to make a website/ no programming experience.</a:t>
            </a:r>
            <a:endParaRPr lang="en-US" sz="120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0" marR="0" lvl="0" indent="0">
              <a:spcBef>
                <a:spcPts val="1200"/>
              </a:spcBef>
              <a:spcAft>
                <a:spcPts val="600"/>
              </a:spcAft>
              <a:buNone/>
            </a:pPr>
            <a:r>
              <a:rPr lang="en-US" sz="1200">
                <a:effectLst/>
                <a:latin typeface="Arial" panose="020B0604020202020204" pitchFamily="34" charset="0"/>
                <a:ea typeface="Cambria" panose="02040503050406030204" pitchFamily="18" charset="0"/>
                <a:cs typeface="Arial" panose="020B0604020202020204" pitchFamily="34" charset="0"/>
              </a:rPr>
              <a:t>Are you comfortable using Microsoft Word or PowerPoint?</a:t>
            </a: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Start with a template for your industry vertical and just customize content and images.</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Our simple, drag and drop website creator makes it easy to create and customize your website.</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0" lvl="1" indent="-285750">
              <a:spcBef>
                <a:spcPts val="1200"/>
              </a:spcBef>
              <a:spcAft>
                <a:spcPts val="600"/>
              </a:spcAft>
              <a:buFont typeface="Courier New" panose="02070309020205020404" pitchFamily="49" charset="0"/>
              <a:buChar char="o"/>
            </a:pPr>
            <a:r>
              <a:rPr lang="en-US" sz="1200">
                <a:effectLst/>
                <a:latin typeface="Arial" panose="020B0604020202020204" pitchFamily="34" charset="0"/>
                <a:ea typeface="Cambria" panose="02040503050406030204" pitchFamily="18" charset="0"/>
                <a:cs typeface="Arial" panose="020B0604020202020204" pitchFamily="34" charset="0"/>
              </a:rPr>
              <a:t>We also have Do-it-for-me Professional Design packages.</a:t>
            </a:r>
          </a:p>
          <a:p>
            <a:pPr marL="0" indent="0">
              <a:lnSpc>
                <a:spcPct val="120000"/>
              </a:lnSpc>
              <a:spcBef>
                <a:spcPts val="500"/>
              </a:spcBef>
              <a:buNone/>
            </a:pPr>
            <a:endParaRPr lang="en-US" sz="1050">
              <a:effectLst/>
              <a:latin typeface="Arial" panose="020B0604020202020204" pitchFamily="34" charset="0"/>
              <a:ea typeface="MS Mincho" panose="02020609040205080304" pitchFamily="49" charset="-128"/>
              <a:cs typeface="Arial" panose="020B0604020202020204" pitchFamily="34" charset="0"/>
            </a:endParaRPr>
          </a:p>
        </p:txBody>
      </p:sp>
      <p:sp>
        <p:nvSpPr>
          <p:cNvPr id="6" name="Content Placeholder 2">
            <a:extLst>
              <a:ext uri="{FF2B5EF4-FFF2-40B4-BE49-F238E27FC236}">
                <a16:creationId xmlns:a16="http://schemas.microsoft.com/office/drawing/2014/main" id="{49D6E387-4C36-7671-A51A-FCE29B1B5571}"/>
              </a:ext>
            </a:extLst>
          </p:cNvPr>
          <p:cNvSpPr txBox="1">
            <a:spLocks/>
          </p:cNvSpPr>
          <p:nvPr/>
        </p:nvSpPr>
        <p:spPr>
          <a:xfrm>
            <a:off x="6095999" y="546947"/>
            <a:ext cx="4702993" cy="339803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600"/>
              </a:spcAft>
              <a:buNone/>
            </a:pPr>
            <a:r>
              <a:rPr lang="en-US" sz="12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 don’t need one right now/right away.</a:t>
            </a:r>
            <a:endParaRPr lang="en-US" sz="1200">
              <a:effectLst/>
              <a:latin typeface="Arial" panose="020B0604020202020204" pitchFamily="34" charset="0"/>
              <a:ea typeface="Arial" panose="020B0604020202020204" pitchFamily="34" charset="0"/>
              <a:cs typeface="Arial" panose="020B0604020202020204" pitchFamily="34" charset="0"/>
            </a:endParaRPr>
          </a:p>
          <a:p>
            <a:pPr marL="0" marR="365125" indent="0">
              <a:lnSpc>
                <a:spcPct val="107000"/>
              </a:lnSpc>
              <a:spcBef>
                <a:spcPts val="0"/>
              </a:spcBef>
              <a:spcAft>
                <a:spcPts val="600"/>
              </a:spcAft>
              <a:buNone/>
            </a:pPr>
            <a:r>
              <a:rPr lang="en-US" sz="1200">
                <a:effectLst/>
                <a:latin typeface="Arial" panose="020B0604020202020204" pitchFamily="34" charset="0"/>
                <a:ea typeface="Arial" panose="020B0604020202020204" pitchFamily="34" charset="0"/>
                <a:cs typeface="Arial" panose="020B0604020202020204" pitchFamily="34" charset="0"/>
              </a:rPr>
              <a:t>Can I check if your domain name is available? Have you checked to see if your competitors are online?</a:t>
            </a:r>
          </a:p>
          <a:p>
            <a:pPr marR="365125">
              <a:lnSpc>
                <a:spcPct val="107000"/>
              </a:lnSpc>
              <a:spcBef>
                <a:spcPts val="0"/>
              </a:spcBef>
              <a:spcAft>
                <a:spcPts val="600"/>
              </a:spcAft>
            </a:pPr>
            <a:r>
              <a:rPr lang="en-US" sz="1200">
                <a:effectLst/>
                <a:latin typeface="Arial" panose="020B0604020202020204" pitchFamily="34" charset="0"/>
                <a:ea typeface="Arial" panose="020B0604020202020204" pitchFamily="34" charset="0"/>
                <a:cs typeface="Arial" panose="020B0604020202020204" pitchFamily="34" charset="0"/>
              </a:rPr>
              <a:t>The domain of your choice may not be available later.</a:t>
            </a:r>
          </a:p>
          <a:p>
            <a:pPr marR="365125">
              <a:lnSpc>
                <a:spcPct val="107000"/>
              </a:lnSpc>
              <a:spcBef>
                <a:spcPts val="0"/>
              </a:spcBef>
            </a:pPr>
            <a:r>
              <a:rPr lang="en-US" sz="1200">
                <a:effectLst/>
                <a:latin typeface="Arial" panose="020B0604020202020204" pitchFamily="34" charset="0"/>
                <a:ea typeface="Arial" panose="020B0604020202020204" pitchFamily="34" charset="0"/>
                <a:cs typeface="Arial" panose="020B0604020202020204" pitchFamily="34" charset="0"/>
              </a:rPr>
              <a:t>71% of businesses already have a website.</a:t>
            </a:r>
          </a:p>
          <a:p>
            <a:pPr marR="365125">
              <a:lnSpc>
                <a:spcPct val="107000"/>
              </a:lnSpc>
              <a:spcBef>
                <a:spcPts val="0"/>
              </a:spcBef>
            </a:pPr>
            <a:r>
              <a:rPr lang="en-US" sz="1200">
                <a:effectLst/>
                <a:latin typeface="Arial" panose="020B0604020202020204" pitchFamily="34" charset="0"/>
                <a:ea typeface="Arial" panose="020B0604020202020204" pitchFamily="34" charset="0"/>
                <a:cs typeface="Arial" panose="020B0604020202020204" pitchFamily="34" charset="0"/>
              </a:rPr>
              <a:t>When you’re looking for a local service or a new product, where do you look? I know if I want to order a pizza, I Google places in my area. </a:t>
            </a:r>
          </a:p>
          <a:p>
            <a:pPr marR="365125">
              <a:lnSpc>
                <a:spcPct val="107000"/>
              </a:lnSpc>
              <a:spcBef>
                <a:spcPts val="0"/>
              </a:spcBef>
            </a:pPr>
            <a:r>
              <a:rPr lang="en-US" sz="1200">
                <a:effectLst/>
                <a:latin typeface="Arial" panose="020B0604020202020204" pitchFamily="34" charset="0"/>
                <a:ea typeface="Arial" panose="020B0604020202020204" pitchFamily="34" charset="0"/>
                <a:cs typeface="Arial" panose="020B0604020202020204" pitchFamily="34" charset="0"/>
              </a:rPr>
              <a:t>Customers expect to find you online – build credibility for your business.</a:t>
            </a:r>
          </a:p>
          <a:p>
            <a:pPr marL="0" indent="0">
              <a:lnSpc>
                <a:spcPct val="120000"/>
              </a:lnSpc>
              <a:spcBef>
                <a:spcPts val="500"/>
              </a:spcBef>
              <a:buNone/>
            </a:pPr>
            <a:endParaRPr lang="en-US" sz="1050">
              <a:effectLst/>
              <a:latin typeface="Arial" panose="020B0604020202020204" pitchFamily="34" charset="0"/>
              <a:ea typeface="MS Mincho" panose="02020609040205080304" pitchFamily="49" charset="-128"/>
              <a:cs typeface="Arial" panose="020B0604020202020204" pitchFamily="34" charset="0"/>
            </a:endParaRPr>
          </a:p>
        </p:txBody>
      </p:sp>
      <p:sp>
        <p:nvSpPr>
          <p:cNvPr id="9" name="Content Placeholder 2">
            <a:extLst>
              <a:ext uri="{FF2B5EF4-FFF2-40B4-BE49-F238E27FC236}">
                <a16:creationId xmlns:a16="http://schemas.microsoft.com/office/drawing/2014/main" id="{A11A4F0C-1CA1-5640-F05A-5E8F4425735A}"/>
              </a:ext>
            </a:extLst>
          </p:cNvPr>
          <p:cNvSpPr txBox="1">
            <a:spLocks/>
          </p:cNvSpPr>
          <p:nvPr/>
        </p:nvSpPr>
        <p:spPr>
          <a:xfrm>
            <a:off x="475118" y="4537164"/>
            <a:ext cx="4702993" cy="173736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2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It’s too expensive/ I can’t afford one?</a:t>
            </a:r>
            <a:endParaRPr lang="en-US" sz="1200">
              <a:effectLst/>
              <a:latin typeface="Arial" panose="020B0604020202020204" pitchFamily="34" charset="0"/>
              <a:ea typeface="Arial" panose="020B0604020202020204" pitchFamily="34" charset="0"/>
              <a:cs typeface="Arial" panose="020B0604020202020204" pitchFamily="34" charset="0"/>
            </a:endParaRPr>
          </a:p>
          <a:p>
            <a:pPr marL="0" marR="0" lvl="0" indent="0">
              <a:spcBef>
                <a:spcPts val="600"/>
              </a:spcBef>
              <a:spcAft>
                <a:spcPts val="600"/>
              </a:spcAft>
              <a:buNone/>
            </a:pPr>
            <a:r>
              <a:rPr lang="en-CA" sz="1200">
                <a:effectLst/>
                <a:latin typeface="Arial" panose="020B0604020202020204" pitchFamily="34" charset="0"/>
                <a:ea typeface="Calibri" panose="020F0502020204030204" pitchFamily="34" charset="0"/>
                <a:cs typeface="Arial" panose="020B0604020202020204" pitchFamily="34" charset="0"/>
              </a:rPr>
              <a:t>How many new customers a month would it take to handle the cost?</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22860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A website is an investment – drive new business and stay competitive.</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742950" marR="228600" lvl="1" indent="-285750">
              <a:spcBef>
                <a:spcPts val="600"/>
              </a:spcBef>
              <a:spcAft>
                <a:spcPts val="600"/>
              </a:spcAft>
              <a:buFont typeface="Courier New" panose="02070309020205020404" pitchFamily="49" charset="0"/>
              <a:buChar char="o"/>
            </a:pPr>
            <a:r>
              <a:rPr lang="en-CA" sz="1200">
                <a:effectLst/>
                <a:latin typeface="Arial" panose="020B0604020202020204" pitchFamily="34" charset="0"/>
                <a:ea typeface="Calibri" panose="020F0502020204030204" pitchFamily="34" charset="0"/>
                <a:cs typeface="Arial" panose="020B0604020202020204" pitchFamily="34" charset="0"/>
              </a:rPr>
              <a:t>Our plans include more than a website – you’ll get free professional email addresses using your domain; email marketing tools to market and communicate with customers; social media tools, and more.</a:t>
            </a:r>
            <a:endParaRPr lang="en-US" sz="120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500"/>
              </a:spcBef>
              <a:buNone/>
            </a:pPr>
            <a:endParaRPr lang="en-US" sz="105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a:solidFill>
                  <a:schemeClr val="bg1"/>
                </a:solidFill>
                <a:latin typeface="Arial" panose="020B0604020202020204" pitchFamily="34" charset="0"/>
                <a:cs typeface="Arial" panose="020B0604020202020204" pitchFamily="34" charset="0"/>
              </a:rPr>
              <a:t>Test Your Knowledge</a:t>
            </a:r>
            <a:endParaRPr lang="en-US" sz="320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5" y="744574"/>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6. How many purchases start online?</a:t>
            </a:r>
          </a:p>
          <a:p>
            <a:pPr marL="0" indent="0">
              <a:spcBef>
                <a:spcPts val="500"/>
              </a:spcBef>
              <a:buNone/>
            </a:pPr>
            <a:r>
              <a:rPr lang="en-US" sz="1100">
                <a:latin typeface="Arial" panose="020B0604020202020204" pitchFamily="34" charset="0"/>
                <a:ea typeface="Times New Roman" panose="02020603050405020304" pitchFamily="18" charset="0"/>
                <a:cs typeface="Arial" panose="020B0604020202020204" pitchFamily="34" charset="0"/>
              </a:rPr>
              <a:t>A) 5/10</a:t>
            </a:r>
          </a:p>
          <a:p>
            <a:pPr marL="0" indent="0">
              <a:spcBef>
                <a:spcPts val="500"/>
              </a:spcBef>
              <a:buNone/>
            </a:pPr>
            <a:r>
              <a:rPr lang="en-US" sz="1100">
                <a:latin typeface="Arial" panose="020B0604020202020204" pitchFamily="34" charset="0"/>
                <a:ea typeface="Times New Roman" panose="02020603050405020304" pitchFamily="18" charset="0"/>
                <a:cs typeface="Arial" panose="020B0604020202020204" pitchFamily="34" charset="0"/>
              </a:rPr>
              <a:t>B) 3/10</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indent="0">
              <a:spcBef>
                <a:spcPts val="50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C) 7/10</a:t>
            </a:r>
          </a:p>
          <a:p>
            <a:pPr marL="0" indent="0">
              <a:spcBef>
                <a:spcPts val="50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D) 9/10 </a:t>
            </a: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7. True or False: You need programming experience to build a site using online presence builder.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8. What is included with Online presence builder?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Drag and drop editor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Instant online presence website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Both A and B</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Neither</a:t>
            </a: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9. Which are </a:t>
            </a:r>
            <a:r>
              <a:rPr lang="en-US" sz="1100" b="1">
                <a:latin typeface="Arial" panose="020B0604020202020204" pitchFamily="34" charset="0"/>
                <a:ea typeface="Times New Roman" panose="02020603050405020304" pitchFamily="18" charset="0"/>
                <a:cs typeface="Arial" panose="020B0604020202020204" pitchFamily="34" charset="0"/>
              </a:rPr>
              <a:t>key features of Online Presence Builder?</a:t>
            </a: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A) </a:t>
            </a:r>
            <a:r>
              <a:rPr lang="en-US" sz="1100">
                <a:latin typeface="Arial" panose="020B0604020202020204" pitchFamily="34" charset="0"/>
                <a:ea typeface="Times New Roman" panose="02020603050405020304" pitchFamily="18" charset="0"/>
                <a:cs typeface="Arial" panose="020B0604020202020204" pitchFamily="34" charset="0"/>
              </a:rPr>
              <a:t>Elements</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B) Modern Design themes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Professional images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10. Which statement is false?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You can manage your website from anywhere with an internet connection</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You will have a design coordinator who will help you build the website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Having a website builds credibility for your business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Drag and drop makes bui</a:t>
            </a:r>
            <a:r>
              <a:rPr lang="en-US" sz="1100">
                <a:latin typeface="Arial" panose="020B0604020202020204" pitchFamily="34" charset="0"/>
                <a:ea typeface="Times New Roman" panose="02020603050405020304" pitchFamily="18" charset="0"/>
                <a:cs typeface="Arial" panose="020B0604020202020204" pitchFamily="34" charset="0"/>
              </a:rPr>
              <a:t>lding a website</a:t>
            </a:r>
            <a:r>
              <a:rPr lang="en-US" sz="1100">
                <a:effectLst/>
                <a:latin typeface="Arial" panose="020B0604020202020204" pitchFamily="34" charset="0"/>
                <a:ea typeface="Times New Roman" panose="02020603050405020304" pitchFamily="18" charset="0"/>
                <a:cs typeface="Arial" panose="020B0604020202020204" pitchFamily="34" charset="0"/>
              </a:rPr>
              <a:t> easy </a:t>
            </a:r>
            <a:endParaRPr lang="en-US" sz="110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1. What percentage of businesses already have a website?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43%</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a:t>
            </a:r>
            <a:r>
              <a:rPr lang="en-US" sz="1100">
                <a:latin typeface="Arial" panose="020B0604020202020204" pitchFamily="34" charset="0"/>
                <a:ea typeface="Times New Roman" panose="02020603050405020304" pitchFamily="18" charset="0"/>
                <a:cs typeface="Arial" panose="020B0604020202020204" pitchFamily="34" charset="0"/>
              </a:rPr>
              <a:t>71%</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82%</a:t>
            </a:r>
          </a:p>
          <a:p>
            <a:pPr marL="0" marR="0" indent="0" fontAlgn="base">
              <a:lnSpc>
                <a:spcPct val="120000"/>
              </a:lnSpc>
              <a:spcBef>
                <a:spcPts val="0"/>
              </a:spcBef>
              <a:spcAft>
                <a:spcPts val="0"/>
              </a:spcAft>
              <a:buNone/>
            </a:pPr>
            <a:r>
              <a:rPr lang="en-US" sz="1100">
                <a:latin typeface="Arial" panose="020B0604020202020204" pitchFamily="34" charset="0"/>
                <a:ea typeface="Times New Roman" panose="02020603050405020304" pitchFamily="18" charset="0"/>
                <a:cs typeface="Arial" panose="020B0604020202020204" pitchFamily="34" charset="0"/>
              </a:rPr>
              <a:t>D) 67%</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2. How </a:t>
            </a:r>
            <a:r>
              <a:rPr lang="en-US" sz="1100" b="1">
                <a:latin typeface="Arial" panose="020B0604020202020204" pitchFamily="34" charset="0"/>
                <a:ea typeface="Times New Roman" panose="02020603050405020304" pitchFamily="18" charset="0"/>
                <a:cs typeface="Arial" panose="020B0604020202020204" pitchFamily="34" charset="0"/>
              </a:rPr>
              <a:t>often should you update your website?</a:t>
            </a: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A) Every 30-60 days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Every 90 days</a:t>
            </a:r>
          </a:p>
          <a:p>
            <a:pPr marL="0" indent="0" fontAlgn="base">
              <a:lnSpc>
                <a:spcPct val="120000"/>
              </a:lnSpc>
              <a:spcBef>
                <a:spcPts val="0"/>
              </a:spcBef>
              <a:buNone/>
            </a:pPr>
            <a:r>
              <a:rPr lang="en-US" sz="1100">
                <a:latin typeface="Arial" panose="020B0604020202020204" pitchFamily="34" charset="0"/>
                <a:ea typeface="Times New Roman" panose="02020603050405020304" pitchFamily="18" charset="0"/>
                <a:cs typeface="Arial" panose="020B0604020202020204" pitchFamily="34" charset="0"/>
              </a:rPr>
              <a:t>C)</a:t>
            </a:r>
            <a:r>
              <a:rPr lang="en-US" sz="1100">
                <a:effectLst/>
                <a:latin typeface="Arial" panose="020B0604020202020204" pitchFamily="34" charset="0"/>
                <a:ea typeface="Times New Roman" panose="02020603050405020304" pitchFamily="18" charset="0"/>
                <a:cs typeface="Arial" panose="020B0604020202020204" pitchFamily="34" charset="0"/>
              </a:rPr>
              <a:t> </a:t>
            </a:r>
            <a:r>
              <a:rPr lang="en-US" sz="1100">
                <a:latin typeface="Arial" panose="020B0604020202020204" pitchFamily="34" charset="0"/>
                <a:ea typeface="Times New Roman" panose="02020603050405020304" pitchFamily="18" charset="0"/>
                <a:cs typeface="Arial" panose="020B0604020202020204" pitchFamily="34" charset="0"/>
              </a:rPr>
              <a:t>Once a year </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a:effectLst/>
                <a:latin typeface="Arial" panose="020B0604020202020204" pitchFamily="34" charset="0"/>
                <a:ea typeface="Times New Roman" panose="02020603050405020304" pitchFamily="18" charset="0"/>
                <a:cs typeface="Arial" panose="020B0604020202020204" pitchFamily="34" charset="0"/>
              </a:rPr>
              <a:t>D) Every 7 days</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3. True or False: Designing your own website is difficult.</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4. What are benefits of using online presence builder?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Made for everyone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a:t>
            </a:r>
            <a:r>
              <a:rPr lang="en-US" sz="1100">
                <a:latin typeface="Arial" panose="020B0604020202020204" pitchFamily="34" charset="0"/>
                <a:ea typeface="Times New Roman" panose="02020603050405020304" pitchFamily="18" charset="0"/>
                <a:cs typeface="Arial" panose="020B0604020202020204" pitchFamily="34" charset="0"/>
              </a:rPr>
              <a:t>Cost effective</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a:latin typeface="Arial" panose="020B0604020202020204" pitchFamily="34" charset="0"/>
                <a:ea typeface="Times New Roman" panose="02020603050405020304" pitchFamily="18" charset="0"/>
                <a:cs typeface="Arial" panose="020B0604020202020204" pitchFamily="34" charset="0"/>
              </a:rPr>
              <a:t>C) Easy management</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5. What is included in the plans?</a:t>
            </a:r>
          </a:p>
          <a:p>
            <a:pPr marL="0" marR="0" indent="0" fontAlgn="base">
              <a:lnSpc>
                <a:spcPct val="120000"/>
              </a:lnSpc>
              <a:spcBef>
                <a:spcPts val="0"/>
              </a:spcBef>
              <a:spcAft>
                <a:spcPts val="0"/>
              </a:spcAft>
              <a:buNone/>
            </a:pPr>
            <a:r>
              <a:rPr lang="en-US" sz="1100">
                <a:effectLst/>
                <a:latin typeface="Arial" panose="020B0604020202020204" pitchFamily="34" charset="0"/>
                <a:ea typeface="MS Mincho" panose="02020609040205080304" pitchFamily="49" charset="-128"/>
              </a:rPr>
              <a:t>A) Email Marketing </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Website Analytics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a:t>
            </a:r>
            <a:r>
              <a:rPr lang="en-US" sz="1100">
                <a:effectLst/>
                <a:latin typeface="Arial" panose="020B0604020202020204" pitchFamily="34" charset="0"/>
                <a:ea typeface="MS Mincho" panose="02020609040205080304" pitchFamily="49" charset="-128"/>
              </a:rPr>
              <a:t>Both A and B</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a:t>
            </a:r>
            <a:r>
              <a:rPr lang="en-US" sz="1100">
                <a:effectLst/>
                <a:latin typeface="Arial" panose="020B0604020202020204" pitchFamily="34" charset="0"/>
                <a:ea typeface="MS Mincho" panose="02020609040205080304" pitchFamily="49" charset="-128"/>
                <a:cs typeface="Arial" panose="020B0604020202020204" pitchFamily="34" charset="0"/>
              </a:rPr>
              <a:t>None of the above</a:t>
            </a:r>
          </a:p>
        </p:txBody>
      </p:sp>
    </p:spTree>
    <p:extLst>
      <p:ext uri="{BB962C8B-B14F-4D97-AF65-F5344CB8AC3E}">
        <p14:creationId xmlns:p14="http://schemas.microsoft.com/office/powerpoint/2010/main" val="25342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a:latin typeface="Arial" panose="020B0604020202020204" pitchFamily="34" charset="0"/>
                <a:ea typeface="Times New Roman" panose="02020603050405020304" pitchFamily="18" charset="0"/>
                <a:cs typeface="Arial" panose="020B0604020202020204" pitchFamily="34" charset="0"/>
              </a:rPr>
              <a:t>B</a:t>
            </a:r>
            <a:r>
              <a:rPr lang="en-US" sz="1200">
                <a:effectLst/>
                <a:latin typeface="Arial" panose="020B0604020202020204" pitchFamily="34" charset="0"/>
                <a:ea typeface="Times New Roman" panose="02020603050405020304" pitchFamily="18" charset="0"/>
                <a:cs typeface="Arial" panose="020B0604020202020204" pitchFamily="34" charset="0"/>
              </a:rPr>
              <a:t>) 71%</a:t>
            </a:r>
          </a:p>
          <a:p>
            <a:pPr marR="0" fontAlgn="base">
              <a:lnSpc>
                <a:spcPct val="200000"/>
              </a:lnSpc>
              <a:spcBef>
                <a:spcPts val="0"/>
              </a:spcBef>
              <a:spcAft>
                <a:spcPts val="0"/>
              </a:spcAft>
              <a:buFont typeface="+mj-lt"/>
              <a:buAutoNum type="arabicPeriod"/>
            </a:pPr>
            <a:r>
              <a:rPr lang="en-US" sz="1200">
                <a:latin typeface="Arial" panose="020B0604020202020204" pitchFamily="34" charset="0"/>
                <a:ea typeface="Times New Roman" panose="02020603050405020304" pitchFamily="18" charset="0"/>
                <a:cs typeface="Arial" panose="020B0604020202020204" pitchFamily="34" charset="0"/>
              </a:rPr>
              <a:t>A) Every 30-60 days</a:t>
            </a:r>
            <a:endParaRPr lang="en-US" sz="120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B) False</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a:latin typeface="Arial" panose="020B0604020202020204" pitchFamily="34" charset="0"/>
                <a:ea typeface="Times New Roman" panose="02020603050405020304" pitchFamily="18" charset="0"/>
                <a:cs typeface="Arial" panose="020B0604020202020204" pitchFamily="34" charset="0"/>
              </a:rPr>
              <a:t>C</a:t>
            </a:r>
            <a:r>
              <a:rPr lang="en-US" sz="1200">
                <a:effectLst/>
                <a:latin typeface="Arial" panose="020B0604020202020204" pitchFamily="34" charset="0"/>
                <a:ea typeface="Times New Roman" panose="02020603050405020304" pitchFamily="18" charset="0"/>
                <a:cs typeface="Arial" panose="020B0604020202020204" pitchFamily="34" charset="0"/>
              </a:rPr>
              <a:t>) Both A and B</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D) </a:t>
            </a:r>
            <a:r>
              <a:rPr lang="en-US" sz="1200">
                <a:latin typeface="Arial" panose="020B0604020202020204" pitchFamily="34" charset="0"/>
                <a:ea typeface="Times New Roman" panose="02020603050405020304" pitchFamily="18" charset="0"/>
                <a:cs typeface="Arial" panose="020B0604020202020204" pitchFamily="34" charset="0"/>
              </a:rPr>
              <a:t>9/10</a:t>
            </a:r>
            <a:endParaRPr lang="en-US" sz="120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a:latin typeface="Arial" panose="020B0604020202020204" pitchFamily="34" charset="0"/>
                <a:ea typeface="Times New Roman" panose="02020603050405020304" pitchFamily="18" charset="0"/>
                <a:cs typeface="Arial" panose="020B0604020202020204" pitchFamily="34" charset="0"/>
              </a:rPr>
              <a:t>B</a:t>
            </a:r>
            <a:r>
              <a:rPr lang="en-US" sz="1200">
                <a:effectLst/>
                <a:latin typeface="Arial" panose="020B0604020202020204" pitchFamily="34" charset="0"/>
                <a:ea typeface="Times New Roman" panose="02020603050405020304" pitchFamily="18" charset="0"/>
                <a:cs typeface="Arial" panose="020B0604020202020204" pitchFamily="34" charset="0"/>
              </a:rPr>
              <a:t>) False</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Both A and B</a:t>
            </a:r>
            <a:endParaRPr lang="en-US" sz="120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D) All of the above</a:t>
            </a:r>
          </a:p>
          <a:p>
            <a:pPr fontAlgn="base">
              <a:lnSpc>
                <a:spcPct val="200000"/>
              </a:lnSpc>
              <a:spcBef>
                <a:spcPts val="0"/>
              </a:spcBef>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B) You will have a design coordinator who will help you build the website</a:t>
            </a:r>
          </a:p>
          <a:p>
            <a:pPr marL="0" marR="0" indent="0" fontAlgn="base">
              <a:lnSpc>
                <a:spcPct val="200000"/>
              </a:lnSpc>
              <a:spcBef>
                <a:spcPts val="0"/>
              </a:spcBef>
              <a:spcAft>
                <a:spcPts val="0"/>
              </a:spcAft>
              <a:buNone/>
            </a:pPr>
            <a:endParaRPr lang="en-US" sz="12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3200" b="1">
                <a:solidFill>
                  <a:srgbClr val="2CADB2"/>
                </a:solidFill>
                <a:latin typeface="Arial" panose="020B0604020202020204" pitchFamily="34" charset="0"/>
                <a:ea typeface="MS Mincho" panose="02020609040205080304" pitchFamily="49" charset="-128"/>
              </a:rPr>
              <a:t>Correct Answers</a:t>
            </a:r>
            <a:endParaRPr lang="en-US" sz="6600" b="1">
              <a:solidFill>
                <a:srgbClr val="2CADB2"/>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10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Online Presence Builder</vt:lpstr>
      <vt:lpstr>Agenda</vt:lpstr>
      <vt:lpstr>Websites level the playing field</vt:lpstr>
      <vt:lpstr>PowerPoint Presentation</vt:lpstr>
      <vt:lpstr>Impact of websites on businesses</vt:lpstr>
      <vt:lpstr>PowerPoint Presentation</vt:lpstr>
      <vt:lpstr>PowerPoint Presentation</vt:lpstr>
      <vt:lpstr>Features</vt:lpstr>
      <vt:lpstr>How it works</vt:lpstr>
      <vt:lpstr>Login to your portal and access Online presence builder</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Logo Design</dc:title>
  <dc:creator>Fejdasz, Kayla</dc:creator>
  <cp:revision>1</cp:revision>
  <dcterms:created xsi:type="dcterms:W3CDTF">2023-05-25T15:55:59Z</dcterms:created>
  <dcterms:modified xsi:type="dcterms:W3CDTF">2023-06-16T00:56:20Z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2023-05-25T16:09:08Z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3dbbc081-64f1-477c-8a59-6273511add70</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