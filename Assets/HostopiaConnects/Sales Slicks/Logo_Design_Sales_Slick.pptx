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7.png"/><Relationship Id="rId9" Type="http://schemas.openxmlformats.org/officeDocument/2006/relationships/image" Target="../media/image-3-7.png"/><Relationship Id="rId10" Type="http://schemas.openxmlformats.org/officeDocument/2006/relationships/image" Target="../media/image-3-7.png"/><Relationship Id="rId11" Type="http://schemas.openxmlformats.org/officeDocument/2006/relationships/image" Target="../media/image-3-7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pensive-quirky-newton/images/logo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88720" cy="402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83080" y="411480"/>
            <a:ext cx="0" cy="320040"/>
          </a:xfrm>
          <a:prstGeom prst="line">
            <a:avLst/>
          </a:prstGeom>
          <a:noFill/>
          <a:ln w="12700">
            <a:solidFill>
              <a:srgbClr val="ADB1A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920240" y="457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Logo Design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457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Slick • v2.0 • Page 1 of 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7432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LOGO DESIGN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brand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recognize,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and remember.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39776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human-designed logos built around your business — delivered in 11 file formats, fully owned by you, ready for every application from your website to your vehicle wrap.</a:t>
            </a:r>
            <a:endParaRPr lang="en-US" sz="1200" dirty="0"/>
          </a:p>
        </p:txBody>
      </p:sp>
      <p:pic>
        <p:nvPicPr>
          <p:cNvPr id="10" name="Image 1" descr="/sessions/pensive-quirky-newton/images/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2103120" cy="3200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394960"/>
            <a:ext cx="7772400" cy="1645920"/>
          </a:xfrm>
          <a:prstGeom prst="rect">
            <a:avLst/>
          </a:prstGeom>
          <a:solidFill>
            <a:srgbClr val="E6F3F2"/>
          </a:solidFill>
          <a:ln w="12700">
            <a:solidFill>
              <a:srgbClr val="E6F3F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5577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</a:t>
            </a:r>
            <a:endParaRPr lang="en-US" sz="3400" dirty="0"/>
          </a:p>
        </p:txBody>
      </p:sp>
      <p:sp>
        <p:nvSpPr>
          <p:cNvPr id="13" name="Shape 9"/>
          <p:cNvSpPr/>
          <p:nvPr/>
        </p:nvSpPr>
        <p:spPr>
          <a:xfrm>
            <a:off x="457200" y="6263640"/>
            <a:ext cx="228600" cy="27432"/>
          </a:xfrm>
          <a:prstGeom prst="rect">
            <a:avLst/>
          </a:prstGeom>
          <a:solidFill>
            <a:srgbClr val="2B303A"/>
          </a:solidFill>
          <a:ln w="12700">
            <a:solidFill>
              <a:srgbClr val="2B303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6355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form a first impression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88920" y="5577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2788920" y="6263640"/>
            <a:ext cx="228600" cy="27432"/>
          </a:xfrm>
          <a:prstGeom prst="rect">
            <a:avLst/>
          </a:prstGeom>
          <a:solidFill>
            <a:srgbClr val="2B303A"/>
          </a:solidFill>
          <a:ln w="12700">
            <a:solidFill>
              <a:srgbClr val="2B303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88920" y="6355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logo as the #1 brand symbol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120640" y="55778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400" dirty="0"/>
          </a:p>
        </p:txBody>
      </p:sp>
      <p:sp>
        <p:nvSpPr>
          <p:cNvPr id="19" name="Shape 15"/>
          <p:cNvSpPr/>
          <p:nvPr/>
        </p:nvSpPr>
        <p:spPr>
          <a:xfrm>
            <a:off x="5120640" y="6263640"/>
            <a:ext cx="228600" cy="27432"/>
          </a:xfrm>
          <a:prstGeom prst="rect">
            <a:avLst/>
          </a:prstGeom>
          <a:solidFill>
            <a:srgbClr val="2B303A"/>
          </a:solidFill>
          <a:ln w="12700">
            <a:solidFill>
              <a:srgbClr val="2B303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120640" y="6355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lift from a strong logo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7415784"/>
            <a:ext cx="22860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2960" y="7360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PROFESSIONAL LOGO MATTERS</a:t>
            </a:r>
            <a:endParaRPr lang="en-US" sz="1100" dirty="0"/>
          </a:p>
        </p:txBody>
      </p:sp>
      <p:pic>
        <p:nvPicPr>
          <p:cNvPr id="23" name="Image 2" descr="/sessions/pensive-quirky-newton/icons/award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84555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8680" y="78181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68680" y="8110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established the moment a customer sees you.</a:t>
            </a:r>
            <a:endParaRPr lang="en-US" sz="1000" dirty="0"/>
          </a:p>
        </p:txBody>
      </p:sp>
      <p:pic>
        <p:nvPicPr>
          <p:cNvPr id="26" name="Image 3" descr="/sessions/pensive-quirky-newton/icons/bullseye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784555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0" y="78181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389120" y="8110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out from competitors and stay memorable.</a:t>
            </a:r>
            <a:endParaRPr lang="en-US" sz="1000" dirty="0"/>
          </a:p>
        </p:txBody>
      </p:sp>
      <p:pic>
        <p:nvPicPr>
          <p:cNvPr id="29" name="Image 4" descr="/sessions/pensive-quirky-newton/icons/shapes-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857707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68680" y="85496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Versatility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68680" y="88422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formats — ready for web, print, signage, social.</a:t>
            </a:r>
            <a:endParaRPr lang="en-US" sz="1000" dirty="0"/>
          </a:p>
        </p:txBody>
      </p:sp>
      <p:pic>
        <p:nvPicPr>
          <p:cNvPr id="32" name="Image 5" descr="/sessions/pensive-quirky-newton/icons/file-contract-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857707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389120" y="85496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389120" y="88422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your logo outright. Trademark it.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57200" y="9646920"/>
            <a:ext cx="6858000" cy="0"/>
          </a:xfrm>
          <a:prstGeom prst="line">
            <a:avLst/>
          </a:prstGeom>
          <a:noFill/>
          <a:ln w="9525">
            <a:solidFill>
              <a:srgbClr val="ADB1AA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57200" y="9692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a brand that stands out? Contact your service provider today.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5486400" y="9692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hostopia.com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pensive-quirky-newton/images/logo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88720" cy="402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83080" y="411480"/>
            <a:ext cx="0" cy="320040"/>
          </a:xfrm>
          <a:prstGeom prst="line">
            <a:avLst/>
          </a:prstGeom>
          <a:noFill/>
          <a:ln w="12700">
            <a:solidFill>
              <a:srgbClr val="ADB1A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920240" y="457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Logo Design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457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Slick • v2.0 • Page 2 of 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7432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brief to final files in 2–3 weeks</a:t>
            </a:r>
            <a:endParaRPr lang="en-US" sz="2400" dirty="0"/>
          </a:p>
        </p:txBody>
      </p:sp>
      <p:pic>
        <p:nvPicPr>
          <p:cNvPr id="9" name="Image 1" descr="/sessions/pensive-quirky-newton/icons/pen-nib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286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11" name="Shape 7"/>
          <p:cNvSpPr/>
          <p:nvPr/>
        </p:nvSpPr>
        <p:spPr>
          <a:xfrm>
            <a:off x="2286000" y="2377440"/>
            <a:ext cx="27432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860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brief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286000" y="2880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Logo Design Coordinator contacts the customer within 2 business days to capture the creative brief — business goals, style preferences, colors, and reference logos.</a:t>
            </a:r>
            <a:endParaRPr lang="en-US" sz="1100" dirty="0"/>
          </a:p>
        </p:txBody>
      </p:sp>
      <p:pic>
        <p:nvPicPr>
          <p:cNvPr id="14" name="Image 2" descr="/sessions/pensive-quirky-newton/icons/palette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611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F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6" name="Shape 11"/>
          <p:cNvSpPr/>
          <p:nvPr/>
        </p:nvSpPr>
        <p:spPr>
          <a:xfrm>
            <a:off x="2286000" y="3703320"/>
            <a:ext cx="274320" cy="36576"/>
          </a:xfrm>
          <a:prstGeom prst="rect">
            <a:avLst/>
          </a:prstGeom>
          <a:solidFill>
            <a:srgbClr val="D4B93C"/>
          </a:solidFill>
          <a:ln w="12700">
            <a:solidFill>
              <a:srgbClr val="D4B93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28600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concepts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286000" y="4206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designers deliver up to 10 original concepts in 3–5 business days. Up to 3 rounds of revisions included to get the final design exactly right.</a:t>
            </a:r>
            <a:endParaRPr lang="en-US" sz="1100" dirty="0"/>
          </a:p>
        </p:txBody>
      </p:sp>
      <p:pic>
        <p:nvPicPr>
          <p:cNvPr id="19" name="Image 3" descr="/sessions/pensive-quirky-newton/icons/paper-plane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98348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4937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1" name="Shape 15"/>
          <p:cNvSpPr/>
          <p:nvPr/>
        </p:nvSpPr>
        <p:spPr>
          <a:xfrm>
            <a:off x="2286000" y="5029200"/>
            <a:ext cx="27432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28600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286000" y="5532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files arrive within 3 business days of concept approval — 11 formats (AI, EPS, PDF, JPG, PNG, GIF, ICO), full rights transferred, ready for any application.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6492240"/>
            <a:ext cx="7772400" cy="3017520"/>
          </a:xfrm>
          <a:prstGeom prst="rect">
            <a:avLst/>
          </a:prstGeom>
          <a:solidFill>
            <a:srgbClr val="E6F3F2"/>
          </a:solidFill>
          <a:ln w="12700">
            <a:solidFill>
              <a:srgbClr val="E6F3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" y="6729984"/>
            <a:ext cx="22860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22960" y="6675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PRICING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995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for every budget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457200" y="7589520"/>
            <a:ext cx="21945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ADB1A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0080" y="7726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40080" y="8046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brand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40080" y="8321040"/>
            <a:ext cx="228600" cy="27432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8412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Design Coordinator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40080" y="8778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design concepts • 3 rounds of revisions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2788920" y="7589520"/>
            <a:ext cx="21945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7E7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971800" y="7726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2971800" y="8046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2971800" y="8321040"/>
            <a:ext cx="228600" cy="27432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2971800" y="8412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Bronze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2971800" y="8778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 design concepts • Stationery design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5120640" y="7589520"/>
            <a:ext cx="21945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ADB1A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303520" y="7726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5303520" y="8046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brand identity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303520" y="8321040"/>
            <a:ext cx="228600" cy="27432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303520" y="8412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Silver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303520" y="8778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 design concepts • 1,000 printed business cards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457200" y="9646920"/>
            <a:ext cx="6858000" cy="0"/>
          </a:xfrm>
          <a:prstGeom prst="line">
            <a:avLst/>
          </a:prstGeom>
          <a:noFill/>
          <a:ln w="9525">
            <a:solidFill>
              <a:srgbClr val="ADB1AA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57200" y="9692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set by service providers in their own markets.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5486400" y="9692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pensive-quirky-newton/images/logo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188720" cy="402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83080" y="411480"/>
            <a:ext cx="0" cy="320040"/>
          </a:xfrm>
          <a:prstGeom prst="line">
            <a:avLst/>
          </a:prstGeom>
          <a:noFill/>
          <a:ln w="12700">
            <a:solidFill>
              <a:srgbClr val="ADB1A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920240" y="457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Logo Design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0" y="457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Playbook • v2.0 • Page 3 of 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7432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PLAYBOOK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sell Professional Logo Design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0" y="2103120"/>
            <a:ext cx="7772400" cy="1828800"/>
          </a:xfrm>
          <a:prstGeom prst="rect">
            <a:avLst/>
          </a:prstGeom>
          <a:solidFill>
            <a:srgbClr val="E6F3F2"/>
          </a:solidFill>
          <a:ln w="12700">
            <a:solidFill>
              <a:srgbClr val="E6F3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340864"/>
            <a:ext cx="22860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286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1100" dirty="0"/>
          </a:p>
        </p:txBody>
      </p:sp>
      <p:pic>
        <p:nvPicPr>
          <p:cNvPr id="12" name="Image 1" descr="/sessions/pensive-quirky-newton/icons/circle-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7919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2651760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SMBs establishing a brand for the first time</a:t>
            </a:r>
            <a:endParaRPr lang="en-US" sz="1050" dirty="0"/>
          </a:p>
        </p:txBody>
      </p:sp>
      <p:pic>
        <p:nvPicPr>
          <p:cNvPr id="14" name="Image 2" descr="/sessions/pensive-quirky-newton/icons/circle-check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79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2880360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businesses with logos older than 7–10 years</a:t>
            </a:r>
            <a:endParaRPr lang="en-US" sz="1050" dirty="0"/>
          </a:p>
        </p:txBody>
      </p:sp>
      <p:pic>
        <p:nvPicPr>
          <p:cNvPr id="16" name="Image 3" descr="/sessions/pensive-quirky-newton/icons/circle-check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3639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3108960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Trust-heavy verticals: contractors, plumbers, restaurants, legal, healthcare</a:t>
            </a:r>
            <a:endParaRPr lang="en-US" sz="1050" dirty="0"/>
          </a:p>
        </p:txBody>
      </p:sp>
      <p:pic>
        <p:nvPicPr>
          <p:cNvPr id="18" name="Image 4" descr="/sessions/pensive-quirky-newton/icons/circle-check-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64992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1520" y="3337560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SMBs needing a logo for packaging, print, and digital</a:t>
            </a:r>
            <a:endParaRPr lang="en-US" sz="1050" dirty="0"/>
          </a:p>
        </p:txBody>
      </p:sp>
      <p:pic>
        <p:nvPicPr>
          <p:cNvPr id="20" name="Image 5" descr="/sessions/pensive-quirky-newton/icons/circle-check-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93592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1520" y="3566160"/>
            <a:ext cx="6583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SMB using a free logo tool (they don't own their design)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457200" y="4169664"/>
            <a:ext cx="22860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82296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457200" y="448056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914400" y="4480560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how customers first discover your business.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457200" y="469087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914400" y="4690872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you last update your logo? (Average rebrand: 7–10 years.)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4901184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914400" y="4901184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logo match your signage, cards, and social presence?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57200" y="5111496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914400" y="5111496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customers to feel when they see your brand?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57200" y="532180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914400" y="5321808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had a customer confuse you with a competitor?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553212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914400" y="5532120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print plans coming up — vehicle wraps, uniforms, packaging?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457200" y="5742432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914400" y="5742432"/>
            <a:ext cx="6492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starting fresh, would you want a trademark-able logo you fully own?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0" y="6126480"/>
            <a:ext cx="7772400" cy="2651760"/>
          </a:xfrm>
          <a:prstGeom prst="rect">
            <a:avLst/>
          </a:prstGeom>
          <a:solidFill>
            <a:srgbClr val="E6F3F2"/>
          </a:solidFill>
          <a:ln w="12700">
            <a:solidFill>
              <a:srgbClr val="E6F3F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57200" y="6364224"/>
            <a:ext cx="22860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822960" y="6309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100" dirty="0"/>
          </a:p>
        </p:txBody>
      </p:sp>
      <p:pic>
        <p:nvPicPr>
          <p:cNvPr id="41" name="Image 6" descr="/sessions/pensive-quirky-newton/icons/quote-left-pale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6720840"/>
            <a:ext cx="164592" cy="16459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85800" y="6675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too expensive.”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3337560" y="6720840"/>
            <a:ext cx="0" cy="274320"/>
          </a:xfrm>
          <a:prstGeom prst="line">
            <a:avLst/>
          </a:prstGeom>
          <a:noFill/>
          <a:ln w="9525">
            <a:solidFill>
              <a:srgbClr val="ADB1AA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3520440" y="6675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start at entry-level pricing. Logos last 7–10 years — pennies a day for your strongest brand asset.</a:t>
            </a:r>
            <a:endParaRPr lang="en-US" sz="950" dirty="0"/>
          </a:p>
        </p:txBody>
      </p:sp>
      <p:pic>
        <p:nvPicPr>
          <p:cNvPr id="45" name="Image 7" descr="/sessions/pensive-quirky-newton/icons/quote-left-pale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7132320"/>
            <a:ext cx="164592" cy="16459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85800" y="7086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customers already know me.”</a:t>
            </a:r>
            <a:endParaRPr lang="en-US" sz="1100" dirty="0"/>
          </a:p>
        </p:txBody>
      </p:sp>
      <p:sp>
        <p:nvSpPr>
          <p:cNvPr id="47" name="Shape 37"/>
          <p:cNvSpPr/>
          <p:nvPr/>
        </p:nvSpPr>
        <p:spPr>
          <a:xfrm>
            <a:off x="3337560" y="7132320"/>
            <a:ext cx="0" cy="274320"/>
          </a:xfrm>
          <a:prstGeom prst="line">
            <a:avLst/>
          </a:prstGeom>
          <a:noFill/>
          <a:ln w="9525">
            <a:solidFill>
              <a:srgbClr val="ADB1AA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3520440" y="7086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 — new ones don't. 75% of consumers identify brands by their logo. Referrals need something visual.</a:t>
            </a:r>
            <a:endParaRPr lang="en-US" sz="950" dirty="0"/>
          </a:p>
        </p:txBody>
      </p:sp>
      <p:pic>
        <p:nvPicPr>
          <p:cNvPr id="49" name="Image 8" descr="/sessions/pensive-quirky-newton/icons/quote-left-pale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7543800"/>
            <a:ext cx="164592" cy="164592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85800" y="7498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 make one for free.”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3337560" y="7543800"/>
            <a:ext cx="0" cy="274320"/>
          </a:xfrm>
          <a:prstGeom prst="line">
            <a:avLst/>
          </a:prstGeom>
          <a:noFill/>
          <a:ln w="9525">
            <a:solidFill>
              <a:srgbClr val="ADB1AA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3520440" y="7498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 often don't transfer full rights, so you can't trademark — and a similar business could copy it.</a:t>
            </a:r>
            <a:endParaRPr lang="en-US" sz="950" dirty="0"/>
          </a:p>
        </p:txBody>
      </p:sp>
      <p:pic>
        <p:nvPicPr>
          <p:cNvPr id="53" name="Image 9" descr="/sessions/pensive-quirky-newton/icons/quote-left-pale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7955280"/>
            <a:ext cx="164592" cy="16459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85800" y="7909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already have a logo.”</a:t>
            </a:r>
            <a:endParaRPr lang="en-US" sz="1100" dirty="0"/>
          </a:p>
        </p:txBody>
      </p:sp>
      <p:sp>
        <p:nvSpPr>
          <p:cNvPr id="55" name="Shape 43"/>
          <p:cNvSpPr/>
          <p:nvPr/>
        </p:nvSpPr>
        <p:spPr>
          <a:xfrm>
            <a:off x="3337560" y="7955280"/>
            <a:ext cx="0" cy="274320"/>
          </a:xfrm>
          <a:prstGeom prst="line">
            <a:avLst/>
          </a:prstGeom>
          <a:noFill/>
          <a:ln w="9525">
            <a:solidFill>
              <a:srgbClr val="ADB1AA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3520440" y="7909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old is it? 7–10 year lifespan. The coordinator can recommend refresh vs. redesign.</a:t>
            </a:r>
            <a:endParaRPr lang="en-US" sz="950" dirty="0"/>
          </a:p>
        </p:txBody>
      </p:sp>
      <p:pic>
        <p:nvPicPr>
          <p:cNvPr id="57" name="Image 10" descr="/sessions/pensive-quirky-newton/icons/quote-left-paletea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8366760"/>
            <a:ext cx="164592" cy="164592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685800" y="8321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family member can do it.”</a:t>
            </a:r>
            <a:endParaRPr lang="en-US" sz="1100" dirty="0"/>
          </a:p>
        </p:txBody>
      </p:sp>
      <p:sp>
        <p:nvSpPr>
          <p:cNvPr id="59" name="Shape 46"/>
          <p:cNvSpPr/>
          <p:nvPr/>
        </p:nvSpPr>
        <p:spPr>
          <a:xfrm>
            <a:off x="3337560" y="8366760"/>
            <a:ext cx="0" cy="274320"/>
          </a:xfrm>
          <a:prstGeom prst="line">
            <a:avLst/>
          </a:prstGeom>
          <a:noFill/>
          <a:ln w="9525">
            <a:solidFill>
              <a:srgbClr val="ADB1AA"/>
            </a:solidFill>
            <a:prstDash val="solid"/>
          </a:ln>
        </p:spPr>
      </p:sp>
      <p:sp>
        <p:nvSpPr>
          <p:cNvPr id="60" name="Text 47"/>
          <p:cNvSpPr/>
          <p:nvPr/>
        </p:nvSpPr>
        <p:spPr>
          <a:xfrm>
            <a:off x="3520440" y="8321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experience? Full rights? Vector formats for signage? Most favors miss these.</a:t>
            </a:r>
            <a:endParaRPr lang="en-US" sz="950" dirty="0"/>
          </a:p>
        </p:txBody>
      </p:sp>
      <p:sp>
        <p:nvSpPr>
          <p:cNvPr id="61" name="Shape 48"/>
          <p:cNvSpPr/>
          <p:nvPr/>
        </p:nvSpPr>
        <p:spPr>
          <a:xfrm>
            <a:off x="457200" y="8970264"/>
            <a:ext cx="228600" cy="36576"/>
          </a:xfrm>
          <a:prstGeom prst="rect">
            <a:avLst/>
          </a:prstGeom>
          <a:solidFill>
            <a:srgbClr val="107E7D"/>
          </a:solidFill>
          <a:ln w="12700">
            <a:solidFill>
              <a:srgbClr val="107E7D"/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822960" y="8915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SNAPSHOT</a:t>
            </a:r>
            <a:endParaRPr lang="en-US" sz="1100" dirty="0"/>
          </a:p>
        </p:txBody>
      </p:sp>
      <p:sp>
        <p:nvSpPr>
          <p:cNvPr id="63" name="Text 50"/>
          <p:cNvSpPr/>
          <p:nvPr/>
        </p:nvSpPr>
        <p:spPr>
          <a:xfrm>
            <a:off x="457200" y="9253728"/>
            <a:ext cx="1280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Free tools</a:t>
            </a:r>
            <a:endParaRPr lang="en-US" sz="900" dirty="0"/>
          </a:p>
        </p:txBody>
      </p:sp>
      <p:sp>
        <p:nvSpPr>
          <p:cNvPr id="64" name="Text 51"/>
          <p:cNvSpPr/>
          <p:nvPr/>
        </p:nvSpPr>
        <p:spPr>
          <a:xfrm>
            <a:off x="1737360" y="9253728"/>
            <a:ext cx="5486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Human-designed, full rights, 11 formats.</a:t>
            </a:r>
            <a:endParaRPr lang="en-US" sz="900" dirty="0"/>
          </a:p>
        </p:txBody>
      </p:sp>
      <p:sp>
        <p:nvSpPr>
          <p:cNvPr id="65" name="Text 52"/>
          <p:cNvSpPr/>
          <p:nvPr/>
        </p:nvSpPr>
        <p:spPr>
          <a:xfrm>
            <a:off x="457200" y="9372600"/>
            <a:ext cx="1280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Freelancers</a:t>
            </a:r>
            <a:endParaRPr lang="en-US" sz="900" dirty="0"/>
          </a:p>
        </p:txBody>
      </p:sp>
      <p:sp>
        <p:nvSpPr>
          <p:cNvPr id="66" name="Text 53"/>
          <p:cNvSpPr/>
          <p:nvPr/>
        </p:nvSpPr>
        <p:spPr>
          <a:xfrm>
            <a:off x="1737360" y="9372600"/>
            <a:ext cx="5486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coordinator, 75K+ logos delivered in-house.</a:t>
            </a:r>
            <a:endParaRPr lang="en-US" sz="900" dirty="0"/>
          </a:p>
        </p:txBody>
      </p:sp>
      <p:sp>
        <p:nvSpPr>
          <p:cNvPr id="67" name="Text 54"/>
          <p:cNvSpPr/>
          <p:nvPr/>
        </p:nvSpPr>
        <p:spPr>
          <a:xfrm>
            <a:off x="457200" y="9491472"/>
            <a:ext cx="1280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7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AI logos</a:t>
            </a:r>
            <a:endParaRPr lang="en-US" sz="900" dirty="0"/>
          </a:p>
        </p:txBody>
      </p:sp>
      <p:sp>
        <p:nvSpPr>
          <p:cNvPr id="68" name="Text 55"/>
          <p:cNvSpPr/>
          <p:nvPr/>
        </p:nvSpPr>
        <p:spPr>
          <a:xfrm>
            <a:off x="1737360" y="9491472"/>
            <a:ext cx="5486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logos are more differentiated and easier to trademark.</a:t>
            </a:r>
            <a:endParaRPr lang="en-US" sz="900" dirty="0"/>
          </a:p>
        </p:txBody>
      </p:sp>
      <p:sp>
        <p:nvSpPr>
          <p:cNvPr id="69" name="Shape 56"/>
          <p:cNvSpPr/>
          <p:nvPr/>
        </p:nvSpPr>
        <p:spPr>
          <a:xfrm>
            <a:off x="457200" y="9646920"/>
            <a:ext cx="6858000" cy="0"/>
          </a:xfrm>
          <a:prstGeom prst="line">
            <a:avLst/>
          </a:prstGeom>
          <a:noFill/>
          <a:ln w="9525">
            <a:solidFill>
              <a:srgbClr val="ADB1AA"/>
            </a:solidFill>
            <a:prstDash val="solid"/>
          </a:ln>
        </p:spPr>
      </p:sp>
      <p:sp>
        <p:nvSpPr>
          <p:cNvPr id="70" name="Text 57"/>
          <p:cNvSpPr/>
          <p:nvPr/>
        </p:nvSpPr>
        <p:spPr>
          <a:xfrm>
            <a:off x="457200" y="9692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DesignRush, Crowdspring, WiserNotify, Huddle Creative — 2025</a:t>
            </a:r>
            <a:endParaRPr lang="en-US" sz="900" dirty="0"/>
          </a:p>
        </p:txBody>
      </p:sp>
      <p:sp>
        <p:nvSpPr>
          <p:cNvPr id="71" name="Text 58"/>
          <p:cNvSpPr/>
          <p:nvPr/>
        </p:nvSpPr>
        <p:spPr>
          <a:xfrm>
            <a:off x="5486400" y="9692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6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Logo Design Sales Slick</dc:title>
  <dc:subject>PptxGenJS Presentation</dc:subject>
  <dc:creator>PptxGenJS</dc:creator>
  <cp:lastModifiedBy>PptxGenJS</cp:lastModifiedBy>
  <cp:revision>1</cp:revision>
  <dcterms:created xsi:type="dcterms:W3CDTF">2026-04-17T20:17:50Z</dcterms:created>
  <dcterms:modified xsi:type="dcterms:W3CDTF">2026-04-17T20:17:50Z</dcterms:modified>
</cp:coreProperties>
</file>