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Cover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Construisez une marque que les clients reconnaissent, en qui ils ont confiance et dont ils se souviennent.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 DE LOGO PROFESSIONNEL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présentation commerciale pour les prestataires de services — prête à être personnalisée avec votre propre identité.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Agenda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Why it matters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Whats at stake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The product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Selected work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The process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Plans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Discovery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Objections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Competitive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FAQ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Get started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Professional Logo Design (French (Canadian))</dc:title>
  <dc:subject>Professional Logo Design</dc:subject>
  <dc:creator>Hostopia Connects</dc:creator>
  <cp:lastModifiedBy>Hostopia Connects</cp:lastModifiedBy>
  <cp:revision>1</cp:revision>
  <dcterms:created xsi:type="dcterms:W3CDTF">2026-06-18T02:51:50Z</dcterms:created>
  <dcterms:modified xsi:type="dcterms:W3CDTF">2026-06-18T02:51:50Z</dcterms:modified>
</cp:coreProperties>
</file>