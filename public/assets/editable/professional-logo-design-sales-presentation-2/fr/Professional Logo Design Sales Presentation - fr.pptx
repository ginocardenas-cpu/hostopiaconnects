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 de Logo Professionnel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1532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Construisez une marque que les clients reconnaissent, en qui ils ont confiance et dont ils se souviennent.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312318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présentation commerciale pour les prestataires de services — prête à être personnalisée avec votre propre identité.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Ordre du jour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couvrirons.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Vingt-cinq minutes, cinq sections. L'essentiel de la valeur se trouve dans la section cinq.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les logos comptent aujourd'hui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données 2025 sur les premières impressions et la confiance dans la marque.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produit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c'est, à qui c'est destiné et ce qui est inclus.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2395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processus créatif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brief aux fichiers finaux en 2–3 semaines.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les logos comptent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6685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temps que prennent les consommateurs pour se faire une première impression d'une entreprise.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595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logo professionnel est le signal visuel le plus fort qui façonne cette impression — et le cerveau décide à cet instant s'il fait confiance à une entreprise.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8996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Hausse de reconnaissance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123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Hausse de la reconnaissance de marque grâce à un logo bien conçu.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1523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Hausse de confiance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65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Hausse de confiance ressentie par les prospects après avoir vu un logo soigné.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4051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Poids de l'impression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0177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du poids de la première impression apportée par la seule couleur du logo.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est en jeu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coût d'un logo faible ou absent.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Coût 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Crédibilité perdue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192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logo donne à une entreprise un air établi. Sans cela, les prospects choisissent le concurrent qui paraît plus professionnel.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Coût 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Différenciation manquée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18464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logos sont la façon dont les clients distinguent une entreprise d'une autre. Une marque générique ou absente signifie que les clients ne peuvent pas vous trouver.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247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Coût 03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produit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le rend différent.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fondamentaux du produit qui distinguent la Conception de Logo Professionnel des outils gratuits, freelances et générateurs IA.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personnes, pas des prompts.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de dix ans d'expérience et plus de 75 000 logos livrés. En 2025, 20% des logos sont générés par IA — ce qui rend les marques conçues par des humains plus différenciées, pas moins.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08889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client possède la marque entièrement.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01540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Déposable. Libre de droits. Une lettre formelle de transfert de droits est incluse à chaque projet. Les outils gratuits transfèrent rarement tous les droits.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4437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Prêt pour chaque utilisation.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0563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EPS, PDF, JPG, PNG, GIF et ICO — six versions en couleur et cinq en noir et blanc. Web, impression, merchandising, réseaux sociaux, signalétique.</a:t>
            </a:r>
            <a:endParaRPr lang="en-US" sz="13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Travaux sélectionnés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6685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Quelques-unes des marques que nous avons construites.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5958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Logos livrés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87223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Verticales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914400"/>
            <a:ext cx="3474720" cy="14630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914400"/>
            <a:ext cx="3474720" cy="14630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0" y="914400"/>
            <a:ext cx="3474720" cy="14630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2514600"/>
            <a:ext cx="3474720" cy="1463040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2514600"/>
            <a:ext cx="3474720" cy="1463040"/>
          </a:xfrm>
          <a:prstGeom prst="rect">
            <a:avLst/>
          </a:prstGeom>
        </p:spPr>
      </p:pic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1840" y="2514600"/>
            <a:ext cx="3474720" cy="1463040"/>
          </a:xfrm>
          <a:prstGeom prst="rect">
            <a:avLst/>
          </a:prstGeom>
        </p:spPr>
      </p:pic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4114800"/>
            <a:ext cx="3474720" cy="1463040"/>
          </a:xfrm>
          <a:prstGeom prst="rect">
            <a:avLst/>
          </a:prstGeom>
        </p:spPr>
      </p:pic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60" y="4114800"/>
            <a:ext cx="3474720" cy="1463040"/>
          </a:xfrm>
          <a:prstGeom prst="rect">
            <a:avLst/>
          </a:prstGeom>
        </p:spPr>
      </p:pic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1840" y="4114800"/>
            <a:ext cx="347472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processus créatif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brief aux fichiers finaux.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Achat &amp; bienvenue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client achète un forfait et reçoit un e-mail de bienvenue confirmant la commande.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du coordinateur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Coordinateur de Conception de Logo dédié recueille le brief créatif — objectifs, style, couleurs, références.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initiaux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designers internes livrent jusqu'à dix concepts personnalisés sur la base du brief.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Révisions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Forfaits &amp; tarifs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niveaux pour chaque budget.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forfaits incluent le Coordinateur de Conception de Logo, trois cycles de révisions, le pack de 11 formats et la propriété totale du design final.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73405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Coordinateur de Conception de Logo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concepts de design personnalisés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cycles de révisions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formats de fichier finaux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Propriété totale du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465429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qu'il y a dans Bronze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concepts de design personnalisés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 carte de visite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En-tête et enveloppe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Droits sur la papeterie inclus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Découverte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à poser pendant l'appel.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 questions, dans l'ordre. La première ouvre chaque conversation. La dernière clôt la plupart.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objections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principales préoccupations — et comment y répondre.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Positionnement concurrentiel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nous gagnons.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catégories. Une phrase chacune. Utilisez la ligne correspondante lorsqu'un prospect nomme un concurrent spécifique.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Phrase clé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Originalité conçue par des humains, transfert total des droits, 11 formats. Les outils gratuits offrent souvent originalité limitée, droits partiels et moins de formats.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coordinateur dédié et une équipe interne ayant livré plus de 75 000 logos — pas un inconnu jonglant avec trente projets. Délais prévisibles.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 comparable à une fraction du coût, avec un périmètre et un calendrier définis. Pas de factures surprises, pas de dérive, pas d'engagements de six mois.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26694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des logos de 2025 sont générés par IA — ils se ressemblent de plus en plus. Les marques conçues par des humains restent plus différenciées et plus défendables comme marques déposées.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fréquentes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les plus posées par les clients.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de révisions sont incluses 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Jusqu'à trois cycles dans chaque forfait. Des révisions supplémentaires sont disponibles moyennant des frais.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de temps cela prend-il 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concepts arrivent en trois à cinq jours ouvrés. Les projets complets se terminent en deux à trois semaines.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Quels formats de fichier vais-je recevoir 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Onze formats — AI, EPS, PDF, JPG, PNG, GIF et ICO. Six en couleur, cinq en noir et blanc.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qui appartient le logo terminé 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Commencer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avez des questions, souhaitez planifier une démo ou découvrir comment ces solutions peuvent soutenir vos équipes commerciales dès aujourd'hui 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Contactez-nous à marketing@hostopia.com pour en savoir plus et échanger avec l'un de nos experts.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(French (Canadian))</dc:title>
  <dc:subject>Professional Logo Design</dc:subject>
  <dc:creator>Hostopia Connects</dc:creator>
  <cp:lastModifiedBy>Hostopia Connects</cp:lastModifiedBy>
  <cp:revision>1</cp:revision>
  <dcterms:created xsi:type="dcterms:W3CDTF">2026-07-10T14:23:59Z</dcterms:created>
  <dcterms:modified xsi:type="dcterms:W3CDTF">2026-07-10T14:23:59Z</dcterms:modified>
</cp:coreProperties>
</file>