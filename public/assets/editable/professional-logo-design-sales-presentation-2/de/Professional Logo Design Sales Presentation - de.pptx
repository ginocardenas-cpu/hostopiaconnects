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Cover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Professionelles Logo-Design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1481328"/>
            <a:ext cx="6949440" cy="11765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Bauen Sie eine Marke auf, die Kunden wiedererkennen, der sie vertrauen und an die sie sich erinnern.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2767584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Verkaufspräsentation für Service-Provider — bereit zum Rebranding mit Ihrer eigenen Identität.</a:t>
            </a:r>
            <a:endParaRPr lang="en-US" sz="13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0" y="1005840"/>
            <a:ext cx="384048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Agenda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wir behandeln werden.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1481328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Fünfundzwanzig Minuten, fünf Abschnitte. Der meiste Wert liegt in Abschnitt fünf.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121408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Logos heute wichtig sind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734056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2025er Daten zu ersten Eindrücken und Markenvertrauen.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3374136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Produkt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3986784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es ist, für wen es ist und was enthalten ist.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4626864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kreative Prozess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7200" y="5239512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Vom Briefing zu den finalen Dateien in 2–3 Wochen.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5879592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Pakete und Preise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Why it matters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Logos wichtig sind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1481328"/>
            <a:ext cx="10972800" cy="6685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Zeit, die Verbraucher brauchen, um einen ersten Eindruck von einem Unternehmen zu gewinnen.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2259584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professionelles Logo ist das stärkste visuelle Signal, das diesen Eindruck prägt — und das Gehirn entscheidet in diesem Moment, ob es einem Unternehmen vertraut.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2899664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Mehr Wiedererkennung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3512312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Steigerung der Markenwiedererkennung durch ein gut gestaltetes Logo.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4152392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Mehr Vertrauen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7200" y="476504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Vertrauenszuwachs, den Interessenten nach einem hochwertigen Logo empfinden.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54051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Gewicht des Eindrucks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7200" y="6017768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Anteil des ersten Eindrucks, der allein durch die Logo-Farbe bestimmt wird.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Whats at stake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auf dem Spiel steht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1481328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Kosten eines schwachen oder fehlenden Logos.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2093976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Kosten 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706624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Verlorene Glaubwürdigkeit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3319272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Logo lässt ein Unternehmen etabliert wirken. Ohne eines wählen Interessenten den Wettbewerber, der professioneller aussieht.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3959352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Kosten 02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7200" y="457200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Verpasste Differenzierung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7200" y="5184648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Logos sind, wie Kunden ein Unternehmen vom anderen unterscheiden. Eine generische oder fehlende Marke bedeutet, dass Kunden Sie nicht finden.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5824728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Kosten 03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The product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Produkt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1481328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es anders macht.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2093976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Vier Produktgrundlagen, die Professionelles Logo-Design von kostenlosen Tools, Freelancern und KI-Generatoren unterscheiden.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2734056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Menschen, keine Prompts.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3346704"/>
            <a:ext cx="6949440" cy="6050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Über zehn Jahre Erfahrung und mehr als 75.000 gelieferte Logos. Bis 2025 sind 20% aller Logos KI-generiert — das macht von Menschen gestaltete Marken differenzierter, nicht weniger.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4088892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Kunde besitzt die Marke vollständig.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7200" y="4701540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Markenrechtlich schützbar. Lizenzfrei. Eine formelle Rechtsübertragungsurkunde liegt jedem Projekt bei. Kostenlose Tools übertragen selten alle Rechte.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5341620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Bereit für jede Anwendung.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7200" y="5954268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AI, EPS, PDF, JPG, PNG, GIF und ICO — sechs Farbversionen und fünf in Schwarz-Weiß. Web, Druck, Merchandise, Social Media, Beschilderung.</a:t>
            </a:r>
            <a:endParaRPr lang="en-US" sz="130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0" y="1005840"/>
            <a:ext cx="384048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Selected work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Ausgewählte Arbeiten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1481328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Einige der Marken, die wir aufgebaut haben.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2093976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Gelieferte Logos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706624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Branchen</a:t>
            </a:r>
            <a:endParaRPr lang="en-US" sz="16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914400"/>
            <a:ext cx="3474720" cy="1463040"/>
          </a:xfrm>
          <a:prstGeom prst="rect">
            <a:avLst/>
          </a:prstGeom>
        </p:spPr>
      </p:pic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09960" y="914400"/>
            <a:ext cx="3474720" cy="1463040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21840" y="914400"/>
            <a:ext cx="3474720" cy="1463040"/>
          </a:xfrm>
          <a:prstGeom prst="rect">
            <a:avLst/>
          </a:prstGeom>
        </p:spPr>
      </p:pic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0" y="2514600"/>
            <a:ext cx="3474720" cy="1463040"/>
          </a:xfrm>
          <a:prstGeom prst="rect">
            <a:avLst/>
          </a:prstGeom>
        </p:spPr>
      </p:pic>
      <p:pic>
        <p:nvPicPr>
          <p:cNvPr id="1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0" y="2514600"/>
            <a:ext cx="3474720" cy="1463040"/>
          </a:xfrm>
          <a:prstGeom prst="rect">
            <a:avLst/>
          </a:prstGeom>
        </p:spPr>
      </p:pic>
      <p:pic>
        <p:nvPicPr>
          <p:cNvPr id="1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721840" y="2514600"/>
            <a:ext cx="3474720" cy="1463040"/>
          </a:xfrm>
          <a:prstGeom prst="rect">
            <a:avLst/>
          </a:prstGeom>
        </p:spPr>
      </p:pic>
      <p:pic>
        <p:nvPicPr>
          <p:cNvPr id="1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98080" y="4114800"/>
            <a:ext cx="3474720" cy="1463040"/>
          </a:xfrm>
          <a:prstGeom prst="rect">
            <a:avLst/>
          </a:prstGeom>
        </p:spPr>
      </p:pic>
      <p:pic>
        <p:nvPicPr>
          <p:cNvPr id="1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09960" y="4114800"/>
            <a:ext cx="3474720" cy="1463040"/>
          </a:xfrm>
          <a:prstGeom prst="rect">
            <a:avLst/>
          </a:prstGeom>
        </p:spPr>
      </p:pic>
      <p:pic>
        <p:nvPicPr>
          <p:cNvPr id="1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4721840" y="4114800"/>
            <a:ext cx="3474720" cy="14630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The process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kreative Prozess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1481328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Vom Briefing zu den finalen Dateien.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2093976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Kauf &amp; Willkommen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706624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Kunde kauft ein Paket und erhält eine Willkommens-E-Mail zur Auftragsbestätigung.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3346704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Koordinator kontaktiert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3959352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dedizierter Logo-Design-Koordinator sammelt das kreative Briefing — Ziele, Stil, Farben, Referenzen.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4599432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Erste Konzepte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7200" y="5212080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Hausinterne Designer liefern bis zu zehn individuelle Konzepte auf Basis des Briefings.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5852160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Revisionen</a:t>
            </a:r>
            <a:endParaRPr lang="en-US" sz="160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0" y="1005840"/>
            <a:ext cx="384048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Plans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Pakete &amp; Preise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1481328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Stufen für jedes Budget.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2093976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 Pakete enthalten den Logo-Design-Koordinator, drei Revisionsrunden, das 11-Format-Dateipaket und volle Eigentumsrechte am finalen Design.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94360" y="2734056"/>
            <a:ext cx="10789920" cy="1783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Logo-Design-Koordinator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individuelle Designkonzepte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Revisionsrunden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finale Dateiformate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 Eigentumsrechte am Design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" y="4654296"/>
            <a:ext cx="10789920" cy="1783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aus Bronze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individuelle Designkonzepte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Visitenkartendesign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Briefbogen &amp; Umschlag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Geschäftsausstattungsrechte inklusive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Discovery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Fragen für das Gespräch.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1481328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Sieben Fragen, in Reihenfolge. Die erste öffnet jedes Gespräch. Die letzte schließt die meisten.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Objections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Umgang mit Einwänden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1481328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fünf häufigsten Bedenken — und wie man sie beantwortet.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Competitive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Wettbewerbspositionierung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1481328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wir gewinnen.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2093976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Vier Kategorien. Ein Satz pro Kategorie. Verwenden Sie die passende Zeile, wenn ein Interessent einen bestimmten Wettbewerber nennt.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2734056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Kernaussage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3346704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Von Menschen entworfene Originalität, vollständige Rechtsübertragung, 11 Dateiformate. Kostenlose Tools bieten meist begrenzte Originalität, Teilrechte und weniger Formate.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3986784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dedizierter Koordinator und ein hausinternes Team mit über 75.000 gelieferten Logos — kein Fremder mit dreißig parallelen Projekten. Berechenbare Bearbeitungszeiten.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4626864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Vergleichbare Qualität zu einem Bruchteil der Kosten, mit definiertem Umfang und Zeitplan. Keine Überraschungsrechnungen, kein Scope-Creep, keine sechsmonatigen Engagements.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5266944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 der Logos von 2025 sind KI-generiert — sie ähneln sich zunehmend. Von Menschen gestaltete Marken bleiben differenzierter — und besser als Marke schützbar.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FAQ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Häufige Fragen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1481328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häufigsten Kundenfragen.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2093976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viele Revisionen sind enthalten?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706624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Bis zu drei Runden in jedem Paket. Zusätzliche Revisionen sind gegen Aufpreis verfügbar.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3346704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lange dauert es?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3959352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Konzepte kommen in drei bis fünf Werktagen. Komplette Projekte werden meist in zwei bis drei Wochen abgeschlossen.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4599432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Welche Dateiformate erhalte ich?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7200" y="52120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Elf Formate — AI, EPS, PDF, JPG, PNG, GIF und ICO. Sechs in Farbe, fünf in Schwarz-Weiß.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585216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Wem gehört das fertige Logo?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Get started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Loslegen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81328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Haben Sie Fragen, möchten Sie eine Demo vereinbaren oder erfahren, wie diese Lösungen Ihre Vertriebsteams heute unterstützen können?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121408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Kontaktieren Sie uns unter marketing@hostopia.com, um mehr zu erfahren und mit einem unserer Experten in Kontakt zu treten.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Professional Logo Design (Deutsch (German))</dc:title>
  <dc:subject>Professional Logo Design</dc:subject>
  <dc:creator>Hostopia Connects</dc:creator>
  <cp:lastModifiedBy>Hostopia Connects</cp:lastModifiedBy>
  <cp:revision>1</cp:revision>
  <dcterms:created xsi:type="dcterms:W3CDTF">2026-07-10T14:24:07Z</dcterms:created>
  <dcterms:modified xsi:type="dcterms:W3CDTF">2026-07-10T14:24:07Z</dcterms:modified>
</cp:coreProperties>
</file>