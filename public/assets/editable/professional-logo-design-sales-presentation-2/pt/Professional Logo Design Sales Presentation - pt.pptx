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Cover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 Logotipo Profissional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820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Construa uma marca que os clientes reconheçam, confiem e lembrem.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41198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apresentação de vendas para provedores de serviços — pronta para personalizar com sua própria identidade.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Agenda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abordar.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e cinco minutos, cinco seções. A maior parte do valor está na seção cinco.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logotipos importam hoje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dados de 2025 sobre primeiras impressões e confiança na marca.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7413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é, para quem é e o que está incluído.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criativo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395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briefing aos arquivos finais em 2–3 semanas.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795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Why it matters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logotipos importam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6685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que os consumidores levam para formar uma primeira impressão de um negócio.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2595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logotipo profissional é o sinal visual mais forte que molda essa impressão — e o cérebro decide se confia em um negócio nesse instante.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8996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Aumento de reconhecimento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1231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Aumento do reconhecimento de marca com um logotipo bem projetado.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1523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Impulso de confiança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65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Aumento de confiança que os prospects sentem ao ver um logotipo refinado.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4051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da impressão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0177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do peso da primeira impressão impulsionada apenas pela cor do logotipo.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Whats at stake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está em jogo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um logotipo fraco ou ausente.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Credibilidade perdida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192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logotipo faz um negócio parecer estabelecido. Sem um, os prospects optam pelo concorrente que parece mais profissional.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Diferenciação perdida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18464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Logotipos são como os clientes distinguem um negócio de outro. Uma marca genérica ou ausente significa que os clientes não conseguem encontrá-lo.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247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03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torna diferente.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fundamentos do produto que separam o Design de Logotipo Profissional de ferramentas gratuitas, freelancers e geradores de IA.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não prompts.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6050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de dez anos de experiência e mais de 75.000 logotipos entregues. Até 2025, 20% de todos os logotipos são gerados por IA — o que torna as marcas criadas por humanos mais diferenciadas, não menos.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08889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dono da marca por completo.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701540"/>
            <a:ext cx="6949440" cy="6050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Registrável como marca. Livre de royalties. Uma carta formal de transferência de direitos acompanha cada projeto. Ferramentas gratuitas raramente transferem todos os direitos.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4437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Pronto para cada aplicação.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60563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EPS, PDF, JPG, PNG, GIF e ICO — seis versões em cor e cinco em preto e branco. Web, impressão, merchandising, redes sociais, sinalização.</a:t>
            </a:r>
            <a:endParaRPr lang="en-US" sz="13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Selected 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Trabalhos selecionados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Algumas das marcas que criamos.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Logotipos entregues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Verticais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914400"/>
            <a:ext cx="3474720" cy="14630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914400"/>
            <a:ext cx="3474720" cy="14630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1840" y="914400"/>
            <a:ext cx="3474720" cy="14630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2514600"/>
            <a:ext cx="3474720" cy="1463040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0" y="2514600"/>
            <a:ext cx="3474720" cy="1463040"/>
          </a:xfrm>
          <a:prstGeom prst="rect">
            <a:avLst/>
          </a:prstGeom>
        </p:spPr>
      </p:pic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21840" y="2514600"/>
            <a:ext cx="3474720" cy="1463040"/>
          </a:xfrm>
          <a:prstGeom prst="rect">
            <a:avLst/>
          </a:prstGeom>
        </p:spPr>
      </p:pic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4114800"/>
            <a:ext cx="3474720" cy="1463040"/>
          </a:xfrm>
          <a:prstGeom prst="rect">
            <a:avLst/>
          </a:prstGeom>
        </p:spPr>
      </p:pic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60" y="4114800"/>
            <a:ext cx="3474720" cy="1463040"/>
          </a:xfrm>
          <a:prstGeom prst="rect">
            <a:avLst/>
          </a:prstGeom>
        </p:spPr>
      </p:pic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1840" y="4114800"/>
            <a:ext cx="347472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The process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criativo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briefing aos arquivos finais.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e boas-vindas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compra um plano e recebe um e-mail de boas-vindas confirmando o pedido.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Contato do coordenador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Coordenador de Design de Logotipo dedicado coleta o briefing criativo — objetivos, estilo, cores, referências.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iniciais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Designers internos entregam até dez conceitos personalizados com base no briefing.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Revisões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00584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Plans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níveis para cada orçamento.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planos incluem o Coordenador de Design de Logotipo, três rodadas de revisões, o pacote de arquivos em 11 formatos e a propriedade total do design final.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734056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Coordenador de Design de Logotipo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conceitos de design personalizados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rodadas de revisões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formatos de arquivo finais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Propriedade total do design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4654296"/>
            <a:ext cx="10789920" cy="1783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do Bronze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conceitos de design personalizados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de cartão de visita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 timbrado e envelope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Direitos de papelaria incluídos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Discovery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para fazer na ligação.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perguntas, em ordem. A primeira abre cada conversa. A última fecha a maioria delas.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Objections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Tratamento de objeções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cinco principais preocupações — e como respondê-las.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Competitive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Posicionamento competitivo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vencemos.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categorias. Uma frase cada. Use a linha correspondente quando um prospect citar um concorrente específico.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73405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Mensagem-chave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Originalidade criada por humanos, transferência total de direitos, 11 formatos de arquivo. Ferramentas gratuitas costumam oferecer originalidade limitada, direitos parciais e menos formatos.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986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coordenador dedicado e uma equipe interna que já entregou mais de 75.000 logotipos — não um estranho fazendo malabarismo com trinta projetos simultâneos. Prazos previsíveis.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62686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comparável a uma fração do custo, com escopo e prazo definidos. Sem faturas surpresa, sem expansão de escopo, sem contratos de seis meses.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526694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dos logotipos de 2025 são gerados por IA, o que significa que cada vez se parecem mais. Marcas criadas por humanos permanecem mais diferenciadas — e mais defensáveis como marcas registradas.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FAQ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frequentes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que os clientes mais fazem.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93976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revisões estão incluídas?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06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três rodadas em cada plano. Revisões adicionais estão disponíveis por uma taxa extra.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leva?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95935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conceitos chegam em três a cinco dias úteis. Projetos completos normalmente são concluídos em duas a três semanas.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994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formatos de arquivo eu recebo?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52120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Onze formatos — AI, EPS, PDF, JPG, PNG, GIF e ICO. Seis em cor, cinco em preto e branco.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58521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dono do logotipo finalizado?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AD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Hostopia Connects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Get started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dúvidas, quer agendar uma demonstração ou explorar como estas soluções podem apoiar suas equipes de vendas hoje?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2140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Fale conosco em marketing@hostopia.com para saber mais e conectar-se com um de nossos especialistas.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Logo Design (Portuguese (Brazilian))</dc:title>
  <dc:subject>Professional Logo Design</dc:subject>
  <dc:creator>Hostopia Connects</dc:creator>
  <cp:lastModifiedBy>Hostopia Connects</cp:lastModifiedBy>
  <cp:revision>1</cp:revision>
  <dcterms:created xsi:type="dcterms:W3CDTF">2026-07-10T14:24:12Z</dcterms:created>
  <dcterms:modified xsi:type="dcterms:W3CDTF">2026-07-10T14:24:12Z</dcterms:modified>
</cp:coreProperties>
</file>