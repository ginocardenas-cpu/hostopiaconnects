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Cover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Construa uma marca que os clientes reconheçam, confiem e lembrem.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 LOGOTIPO PROFISSIONAL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apresentação de vendas para provedores de serviços — pronta para personalizar com sua própria identidade.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Agenda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Why it matters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Whats at stake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The product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Selected work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The process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Plans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Discovery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Objections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Competitive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FAQ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Get started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Logo Design (Portuguese (Brazilian))</dc:title>
  <dc:subject>Professional Logo Design</dc:subject>
  <dc:creator>Hostopia Connects</dc:creator>
  <cp:lastModifiedBy>Hostopia Connects</cp:lastModifiedBy>
  <cp:revision>1</cp:revision>
  <dcterms:created xsi:type="dcterms:W3CDTF">2026-07-10T00:21:37Z</dcterms:created>
  <dcterms:modified xsi:type="dcterms:W3CDTF">2026-07-10T00:21:37Z</dcterms:modified>
</cp:coreProperties>
</file>