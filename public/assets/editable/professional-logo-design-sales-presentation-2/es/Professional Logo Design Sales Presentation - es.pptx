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5EF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82880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CAD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Hostopia Connects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365760" y="41148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Cover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8686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Construya una marca que los clientes reconozcan, confíen y recuerden.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457200" y="164592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DISEÑO DE LOGOTIPO PROFESIONAL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457200" y="224028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Una presentación de ventas para proveedores de servicios — lista para personalizar con su propia identidad.</a:t>
            </a:r>
            <a:endParaRPr lang="en-US" sz="13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0" y="1097280"/>
            <a:ext cx="3657600" cy="2286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EF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82880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CAD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Hostopia Connects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365760" y="41148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Agenda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EF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82880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CAD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Hostopia Connects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365760" y="41148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Why it matters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EF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82880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CAD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Hostopia Connects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365760" y="41148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Whats at stake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EF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82880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CAD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Hostopia Connects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365760" y="41148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The product</a:t>
            </a:r>
            <a:endParaRPr lang="en-US" sz="10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0" y="1097280"/>
            <a:ext cx="3657600" cy="2286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EF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82880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CAD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Hostopia Connects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365760" y="41148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Selected work</a:t>
            </a:r>
            <a:endParaRPr lang="en-US" sz="10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0" y="1097280"/>
            <a:ext cx="3657600" cy="2286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EF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82880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CAD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Hostopia Connects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365760" y="41148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 The process</a:t>
            </a:r>
            <a:endParaRPr lang="en-US" sz="10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0" y="1097280"/>
            <a:ext cx="3657600" cy="2286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EF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82880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CAD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Hostopia Connects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365760" y="41148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 Plans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EF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82880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CAD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Hostopia Connects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365760" y="41148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 Discovery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EF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82880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CAD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Hostopia Connects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365760" y="41148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Objections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5EF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82880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CAD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Hostopia Connects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365760" y="41148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Competitive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5EF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82880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CAD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Hostopia Connects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365760" y="41148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FAQ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5EF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82880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CAD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Hostopia Connects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365760" y="41148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Get started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Professional Logo Design (Spanish (Mexican))</dc:title>
  <dc:subject>Professional Logo Design</dc:subject>
  <dc:creator>Hostopia Connects</dc:creator>
  <cp:lastModifiedBy>Hostopia Connects</cp:lastModifiedBy>
  <cp:revision>1</cp:revision>
  <dcterms:created xsi:type="dcterms:W3CDTF">2026-07-10T00:45:38Z</dcterms:created>
  <dcterms:modified xsi:type="dcterms:W3CDTF">2026-07-10T00:45:38Z</dcterms:modified>
</cp:coreProperties>
</file>