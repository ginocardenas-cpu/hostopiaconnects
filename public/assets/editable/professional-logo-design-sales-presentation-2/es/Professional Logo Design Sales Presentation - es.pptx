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Logotipo Profesional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820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Construya una marca que los clientes reconozcan, confíen y recuerden.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4119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presentación de ventas para proveedores de servicios — lista para personalizar con su propia identidad.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cubriremos.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Veinticinco minutos, cinco secciones. La mayor parte del valor está en la sección cinco.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importan los logotipos hoy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2025 sobre primeras impresiones y confianza de marca.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7413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producto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es, para quién es y qué incluye.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proceso creativo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brief a los archivos finales en 2–3 semanas.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795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Planes y precios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importan los logotipos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668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tiempo que tardan los consumidores en formar una primera impresión de un negocio.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595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logotipo profesional es la señal visual más fuerte que define esa impresión — y el cerebro decide si confiar en un negocio en ese instante.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996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de reconocimiento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123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del reconocimiento de marca gracias a un logotipo bien diseñado.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523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Impulso de confianza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65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de confianza que sienten los prospectos al ver un logotipo pulido.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051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 la impresión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177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Proporción del peso de la primera impresión que aporta solo el color del logotipo.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está en juego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costo de un logotipo débil o ausente.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 perdida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192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logotipo hace que un negocio parezca establecido. Sin uno, los prospectos eligen al competidor que parezca más profesional.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Diferenciación perdida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184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logotipos son cómo los clientes distinguen un negocio de otro. Una marca genérica o ausente significa que los clientes no pueden encontrarle.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247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03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producto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lo hace diferente.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fundamentos del producto que separan al Diseño de Logotipo Profesional de las herramientas gratuitas, freelancers y generadores de IA.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Personas, no prompts.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de diez años de experiencia y más de 75.000 logotipos entregados. En 2025, el 20% de los logotipos son generados por IA — lo que hace que las marcas diseñadas por humanos sean más diferenciadas, no menos.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8889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posee la marca por completo.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1540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Registrable como marca. Libre de regalías. Cada proyecto incluye una carta formal de transferencia de derechos. Las herramientas gratuitas rara vez transfieren todos los derechos.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437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Listo para cada aplicación.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563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EPS, PDF, JPG, PNG, GIF e ICO — seis versiones en color y cinco en blanco y negro. Web, impresión, merchandising, redes sociales, señalización.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Trabajos seleccionados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Algunas de las marcas que hemos creado.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Logotipos entregados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Verticales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3474720" cy="14630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914400"/>
            <a:ext cx="3474720" cy="14630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0" y="914400"/>
            <a:ext cx="3474720" cy="14630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514600"/>
            <a:ext cx="3474720" cy="1463040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2514600"/>
            <a:ext cx="3474720" cy="1463040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1840" y="2514600"/>
            <a:ext cx="3474720" cy="1463040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114800"/>
            <a:ext cx="3474720" cy="1463040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60" y="4114800"/>
            <a:ext cx="3474720" cy="1463040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1840" y="4114800"/>
            <a:ext cx="3474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proceso creativo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brief a los archivos finales.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y bienvenida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compra un plan y recibe un correo de bienvenida confirmando la orden.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 del coordinador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Coordinador de Diseño de Logotipo dedicado recoge el brief creativo — objetivos, estilo, colores, referencias.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iniciales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diseñadores internos entregan hasta diez conceptos personalizados basados en el brief.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Revisiones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Planes y precios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niveles para cada presupuesto.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planes incluyen el Coordinador de Diseño de Logotipo, tres rondas de revisiones, el paquete de 11 formatos y la propiedad total del diseño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3405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Coordinador de Diseño de Logotipo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conceptos de diseño personalizados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rondas de revisiones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formatos de archivo finales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total del diseño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465429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de Bronce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conceptos de diseño personalizados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de tarjeta de presentación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Membrete y sobre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Derechos de papelería incluidos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Descubrimiento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para hacer en la llamada.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preguntas, en orden. La primera abre cada conversación. La última cierra la mayoría.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Manejo de objeciones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cinco principales preocupaciones — y cómo responderlas.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Posicionamiento competitivo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ganamos.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categorías. Una frase cada una. Use la fila correspondiente cuando un prospecto mencione un competidor específico.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Originalidad diseñada por humanos, transferencia total de derechos, 11 formatos. Las herramientas gratuitas suelen ofrecer originalidad limitada, derechos parciales y menos formatos.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coordinador dedicado y un equipo interno que ha entregado más de 75.000 logotipos — no un desconocido haciendo malabares con treinta proyectos. Tiempos predecibles.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comparable a una fracción del costo, con alcance y cronograma definidos. Sin facturas sorpresa, sin contratos de seis meses.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6694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20% de los logotipos de 2025 son generados por IA — cada vez se parecen más. Las marcas diseñadas por humanos siguen siendo más diferenciadas y más defendibles como marcas registradas.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frecuentes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preguntas más frecuentes de los clientes.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¿Cuántas revisiones se incluyen?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tres rondas en cada plan. Revisiones adicionales disponibles por un cargo adicional.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tiempo toma?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conceptos llegan en tres a cinco días hábiles. Los proyectos completos suelen finalizar en dos a tres semanas.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formatos de archivo recibo?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formatos — AI, EPS, PDF, JPG, PNG, GIF e ICO. Seis en color, cinco en blanco y negro.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 dueño del logotipo terminado?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Comencemos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¿Tiene preguntas, desea programar una demostración o explorar cómo estas soluciones pueden apoyar a sus equipos de ventas hoy?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Contáctenos en marketing@hostopia.com para obtener más información y conectar con uno de nuestros expertos.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(Spanish (Mexican))</dc:title>
  <dc:subject>Professional Logo Design</dc:subject>
  <dc:creator>Hostopia Connects</dc:creator>
  <cp:lastModifiedBy>Hostopia Connects</cp:lastModifiedBy>
  <cp:revision>1</cp:revision>
  <dcterms:created xsi:type="dcterms:W3CDTF">2026-07-10T14:24:03Z</dcterms:created>
  <dcterms:modified xsi:type="dcterms:W3CDTF">2026-07-10T14:24:03Z</dcterms:modified>
</cp:coreProperties>
</file>