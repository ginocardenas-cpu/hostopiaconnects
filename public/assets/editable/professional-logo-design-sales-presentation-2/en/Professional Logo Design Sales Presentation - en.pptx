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Logo Design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820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brand customers recognize, trust, and remember.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4119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sales presentation for service providers — ready to rebrand with your own identity.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Twenty-five minutes, five sections. Most of the value lives in section five.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logos matter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2025 data on first impressions and brand trust.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7413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is, who it's for, and what's included.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process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brief to final files in 2–3 weeks.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795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logos matter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consumers take to form a first impression of a business.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professional logo is the strongest visual signal that shapes that impression — and the brain decides whether to trust a business in that window.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lift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recognition lift from a well-designed logo.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boost prospects feel after seeing a polished logo.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 weight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first-impression weight driven by logo color alone.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at stake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a weak or missing logo.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credibility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192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logo makes a business look established. Without one, prospects default to whichever competitor looks more professional.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differentiation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184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Logos are how customers tell one business from another. A generic or absent mark means customers can't find you.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247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03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it different.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product fundamentals that separate Professional Logo Design from free tools, freelancers, and AI generators.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not prompts.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Ten-plus years of experience and 75,000+ logos delivered. By 2025, 20% of all logos are AI-generated — which makes human-designed marks more differentiated, not less.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47624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 owns the mark outright.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08889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Trademark-able. Royalty-free. A formal rights-transfer letter is included with every project. Free logo tools rarely transfer full rights.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72897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every application.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34162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EPS, PDF, JPG, PNG, GIF, and ICO — six color versions and five black-and-white. Web, print, merchandise, social, signage.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98170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concepts in three to five business days.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of the brands we've built.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Logos delivered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Verticals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3474720" cy="14630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914400"/>
            <a:ext cx="3474720" cy="14630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0" y="914400"/>
            <a:ext cx="3474720" cy="14630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514600"/>
            <a:ext cx="3474720" cy="1463040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2514600"/>
            <a:ext cx="3474720" cy="1463040"/>
          </a:xfrm>
          <a:prstGeom prst="rect">
            <a:avLst/>
          </a:prstGeom>
        </p:spPr>
      </p:pic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1840" y="2514600"/>
            <a:ext cx="3474720" cy="1463040"/>
          </a:xfrm>
          <a:prstGeom prst="rect">
            <a:avLst/>
          </a:prstGeom>
        </p:spPr>
      </p:pic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114800"/>
            <a:ext cx="3474720" cy="1463040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60" y="4114800"/>
            <a:ext cx="3474720" cy="1463040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1840" y="4114800"/>
            <a:ext cx="3474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process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brief to final files.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&amp; welcome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purchases a plan and receives a welcome email confirming the order.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outreach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dedicated Logo Design Coordinator collects the creative brief — goals, style, colors, references.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concepts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designers deliver up to ten custom concepts based on the brief.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Revisions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tiers for every budget.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plans include the Logo Design Coordinator, three rounds of revisions, the 11-format file package, and full ownership of the final design.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121408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Design Coordinator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custom design concepts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rounds of revisions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final file formats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ownership of design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4041648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Bronze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custom design concepts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card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Letterhead &amp; envelope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Stationery rights included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961888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Silver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custom design concepts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printed business cards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Branded email signature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support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to ask on the call.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questions, in order. The first opens every conversation. The last closes most of them.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Objection handling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 five concerns — and how to answer them.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positioning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categories. One sentence each. Use the matching row when a prospect names a specific competitor.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Human-designed originality, full rights transfer, 11 file formats. Free tools typically offer limited originality, partial rights, and fewer formats.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dedicated coordinator and an in-house team that's delivered 75,000+ logos — not a stranger juggling thirty concurrent projects. Predictable turnaround.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quality at a fraction of the cost, with a defined scope and timeline. No surprise invoices, no scope creep, no six-month engagements.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6694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of 2025 logos are AI-generated, which means they increasingly look alike. Human-designed marks remain more differentiated — and more defensible as trademarks.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questions customers ask most.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revisions are included?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three rounds in every plan. Additional revisions are available for an extra fee.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does it take?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arrive in three to five business days. Full projects typically complete in two to three weeks.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file formats do I receive?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formats — AI, EPS, PDF, JPG, PNG, GIF, and ICO. Six color, five black-and-white.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finished logo?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questions, want to schedule a demo, or explore how these solutions can support your sales teams today?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us at marketing@hostopia.com to learn more and connect with one of our experts.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(English (American))</dc:title>
  <dc:subject>Professional Logo Design</dc:subject>
  <dc:creator>Hostopia Connects</dc:creator>
  <cp:lastModifiedBy>Hostopia Connects</cp:lastModifiedBy>
  <cp:revision>1</cp:revision>
  <dcterms:created xsi:type="dcterms:W3CDTF">2026-07-10T14:23:55Z</dcterms:created>
  <dcterms:modified xsi:type="dcterms:W3CDTF">2026-07-10T14:23:55Z</dcterms:modified>
</cp:coreProperties>
</file>